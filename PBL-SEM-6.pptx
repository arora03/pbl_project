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7" r:id="rId6"/>
    <p:sldId id="260" r:id="rId7"/>
    <p:sldId id="262" r:id="rId8"/>
    <p:sldId id="261" r:id="rId9"/>
    <p:sldId id="268" r:id="rId10"/>
    <p:sldId id="266" r:id="rId11"/>
    <p:sldId id="269" r:id="rId12"/>
    <p:sldId id="270" r:id="rId13"/>
    <p:sldId id="263" r:id="rId14"/>
    <p:sldId id="26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1BCB3E-B2CF-4CFD-819F-69827AF8318B}" v="20" dt="2026-02-17T17:39:23.2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jun Arora" userId="ec318ac971fdd742" providerId="LiveId" clId="{755D4400-9880-414D-84AB-E5CB5FB0B237}"/>
    <pc:docChg chg="undo custSel modSld">
      <pc:chgData name="Arjun Arora" userId="ec318ac971fdd742" providerId="LiveId" clId="{755D4400-9880-414D-84AB-E5CB5FB0B237}" dt="2026-02-17T17:39:47.996" v="80" actId="20577"/>
      <pc:docMkLst>
        <pc:docMk/>
      </pc:docMkLst>
      <pc:sldChg chg="addSp modSp mod">
        <pc:chgData name="Arjun Arora" userId="ec318ac971fdd742" providerId="LiveId" clId="{755D4400-9880-414D-84AB-E5CB5FB0B237}" dt="2026-02-17T17:39:23.277" v="58" actId="1076"/>
        <pc:sldMkLst>
          <pc:docMk/>
          <pc:sldMk cId="1077724860" sldId="261"/>
        </pc:sldMkLst>
        <pc:spChg chg="add mod">
          <ac:chgData name="Arjun Arora" userId="ec318ac971fdd742" providerId="LiveId" clId="{755D4400-9880-414D-84AB-E5CB5FB0B237}" dt="2026-02-17T17:36:35.966" v="17" actId="1076"/>
          <ac:spMkLst>
            <pc:docMk/>
            <pc:sldMk cId="1077724860" sldId="261"/>
            <ac:spMk id="3" creationId="{7A1DE1CC-4DB4-21DA-4943-1C58894B14EB}"/>
          </ac:spMkLst>
        </pc:spChg>
        <pc:spChg chg="add mod">
          <ac:chgData name="Arjun Arora" userId="ec318ac971fdd742" providerId="LiveId" clId="{755D4400-9880-414D-84AB-E5CB5FB0B237}" dt="2026-02-17T17:36:35.966" v="17" actId="1076"/>
          <ac:spMkLst>
            <pc:docMk/>
            <pc:sldMk cId="1077724860" sldId="261"/>
            <ac:spMk id="4" creationId="{F97A0DAD-1482-47C0-15DD-21FEEA013020}"/>
          </ac:spMkLst>
        </pc:spChg>
        <pc:spChg chg="mod">
          <ac:chgData name="Arjun Arora" userId="ec318ac971fdd742" providerId="LiveId" clId="{755D4400-9880-414D-84AB-E5CB5FB0B237}" dt="2026-02-17T17:39:23.277" v="58" actId="1076"/>
          <ac:spMkLst>
            <pc:docMk/>
            <pc:sldMk cId="1077724860" sldId="261"/>
            <ac:spMk id="5" creationId="{3356E1E8-FA9E-72A7-6859-87B2BDDC3EB2}"/>
          </ac:spMkLst>
        </pc:spChg>
        <pc:spChg chg="add mod">
          <ac:chgData name="Arjun Arora" userId="ec318ac971fdd742" providerId="LiveId" clId="{755D4400-9880-414D-84AB-E5CB5FB0B237}" dt="2026-02-17T17:36:35.966" v="17" actId="1076"/>
          <ac:spMkLst>
            <pc:docMk/>
            <pc:sldMk cId="1077724860" sldId="261"/>
            <ac:spMk id="6" creationId="{6DFD3A60-B6E1-696D-06E1-97FF5F748F97}"/>
          </ac:spMkLst>
        </pc:spChg>
        <pc:spChg chg="add mod">
          <ac:chgData name="Arjun Arora" userId="ec318ac971fdd742" providerId="LiveId" clId="{755D4400-9880-414D-84AB-E5CB5FB0B237}" dt="2026-02-17T17:36:35.966" v="17" actId="1076"/>
          <ac:spMkLst>
            <pc:docMk/>
            <pc:sldMk cId="1077724860" sldId="261"/>
            <ac:spMk id="7" creationId="{4B48575F-BE11-665B-0CC4-722D6883979C}"/>
          </ac:spMkLst>
        </pc:spChg>
        <pc:spChg chg="add mod">
          <ac:chgData name="Arjun Arora" userId="ec318ac971fdd742" providerId="LiveId" clId="{755D4400-9880-414D-84AB-E5CB5FB0B237}" dt="2026-02-17T17:36:35.966" v="17" actId="1076"/>
          <ac:spMkLst>
            <pc:docMk/>
            <pc:sldMk cId="1077724860" sldId="261"/>
            <ac:spMk id="10" creationId="{FCB51948-30C4-A7FB-280A-18AC760C17AC}"/>
          </ac:spMkLst>
        </pc:spChg>
        <pc:spChg chg="add mod">
          <ac:chgData name="Arjun Arora" userId="ec318ac971fdd742" providerId="LiveId" clId="{755D4400-9880-414D-84AB-E5CB5FB0B237}" dt="2026-02-17T17:36:35.966" v="17" actId="1076"/>
          <ac:spMkLst>
            <pc:docMk/>
            <pc:sldMk cId="1077724860" sldId="261"/>
            <ac:spMk id="11" creationId="{7C42493B-6F74-77AD-3B4B-FE4C2520B932}"/>
          </ac:spMkLst>
        </pc:spChg>
        <pc:spChg chg="add mod">
          <ac:chgData name="Arjun Arora" userId="ec318ac971fdd742" providerId="LiveId" clId="{755D4400-9880-414D-84AB-E5CB5FB0B237}" dt="2026-02-17T17:36:35.966" v="17" actId="1076"/>
          <ac:spMkLst>
            <pc:docMk/>
            <pc:sldMk cId="1077724860" sldId="261"/>
            <ac:spMk id="12" creationId="{0AA298CD-BAF9-47E8-C48F-7B3B86C0FDC2}"/>
          </ac:spMkLst>
        </pc:spChg>
        <pc:spChg chg="add mod">
          <ac:chgData name="Arjun Arora" userId="ec318ac971fdd742" providerId="LiveId" clId="{755D4400-9880-414D-84AB-E5CB5FB0B237}" dt="2026-02-17T17:36:35.966" v="17" actId="1076"/>
          <ac:spMkLst>
            <pc:docMk/>
            <pc:sldMk cId="1077724860" sldId="261"/>
            <ac:spMk id="13" creationId="{B621302D-41CA-07A2-5338-C78271B12658}"/>
          </ac:spMkLst>
        </pc:spChg>
        <pc:spChg chg="add mod">
          <ac:chgData name="Arjun Arora" userId="ec318ac971fdd742" providerId="LiveId" clId="{755D4400-9880-414D-84AB-E5CB5FB0B237}" dt="2026-02-17T17:36:35.966" v="17" actId="1076"/>
          <ac:spMkLst>
            <pc:docMk/>
            <pc:sldMk cId="1077724860" sldId="261"/>
            <ac:spMk id="15" creationId="{9C9E0868-E986-AF9B-3D39-9C4B834DB117}"/>
          </ac:spMkLst>
        </pc:spChg>
        <pc:spChg chg="add">
          <ac:chgData name="Arjun Arora" userId="ec318ac971fdd742" providerId="LiveId" clId="{755D4400-9880-414D-84AB-E5CB5FB0B237}" dt="2026-02-17T17:36:30.605" v="15"/>
          <ac:spMkLst>
            <pc:docMk/>
            <pc:sldMk cId="1077724860" sldId="261"/>
            <ac:spMk id="16" creationId="{F233EDAB-A44E-E963-D799-F9C5067BAEDA}"/>
          </ac:spMkLst>
        </pc:spChg>
      </pc:sldChg>
      <pc:sldChg chg="modSp mod">
        <pc:chgData name="Arjun Arora" userId="ec318ac971fdd742" providerId="LiveId" clId="{755D4400-9880-414D-84AB-E5CB5FB0B237}" dt="2026-02-17T17:33:59.879" v="7" actId="113"/>
        <pc:sldMkLst>
          <pc:docMk/>
          <pc:sldMk cId="3547097812" sldId="262"/>
        </pc:sldMkLst>
        <pc:spChg chg="mod">
          <ac:chgData name="Arjun Arora" userId="ec318ac971fdd742" providerId="LiveId" clId="{755D4400-9880-414D-84AB-E5CB5FB0B237}" dt="2026-02-17T17:33:59.879" v="7" actId="113"/>
          <ac:spMkLst>
            <pc:docMk/>
            <pc:sldMk cId="3547097812" sldId="262"/>
            <ac:spMk id="4" creationId="{83FB1BF1-4117-2E96-BE88-97428EAC8DB5}"/>
          </ac:spMkLst>
        </pc:spChg>
      </pc:sldChg>
      <pc:sldChg chg="modSp mod">
        <pc:chgData name="Arjun Arora" userId="ec318ac971fdd742" providerId="LiveId" clId="{755D4400-9880-414D-84AB-E5CB5FB0B237}" dt="2026-02-17T17:39:47.996" v="80" actId="20577"/>
        <pc:sldMkLst>
          <pc:docMk/>
          <pc:sldMk cId="3645671189" sldId="266"/>
        </pc:sldMkLst>
        <pc:spChg chg="mod">
          <ac:chgData name="Arjun Arora" userId="ec318ac971fdd742" providerId="LiveId" clId="{755D4400-9880-414D-84AB-E5CB5FB0B237}" dt="2026-02-17T17:39:47.996" v="80" actId="20577"/>
          <ac:spMkLst>
            <pc:docMk/>
            <pc:sldMk cId="3645671189" sldId="266"/>
            <ac:spMk id="4" creationId="{098A01C8-6385-B99D-B1BC-91FE0FAC477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10E06CD-328A-49F0-A309-327E6C00B081}" type="doc">
      <dgm:prSet loTypeId="urn:microsoft.com/office/officeart/2005/8/layout/vList6" loCatId="process" qsTypeId="urn:microsoft.com/office/officeart/2005/8/quickstyle/simple5" qsCatId="simple" csTypeId="urn:microsoft.com/office/officeart/2005/8/colors/accent1_3" csCatId="accent1" phldr="1"/>
      <dgm:spPr/>
      <dgm:t>
        <a:bodyPr/>
        <a:lstStyle/>
        <a:p>
          <a:endParaRPr lang="en-IN"/>
        </a:p>
      </dgm:t>
    </dgm:pt>
    <dgm:pt modelId="{B9C118B5-153F-4D2B-8624-9F18E0F07286}">
      <dgm:prSet phldrT="[Text]"/>
      <dgm:spPr/>
      <dgm:t>
        <a:bodyPr/>
        <a:lstStyle/>
        <a:p>
          <a:pPr>
            <a:buClrTx/>
            <a:buSzTx/>
            <a:buFontTx/>
            <a:buChar char="•"/>
          </a:pPr>
          <a:r>
            <a:rPr kumimoji="0" lang="en-US" altLang="en-US" b="1" i="0" u="none" strike="noStrike" cap="none" normalizeH="0" baseline="0" dirty="0">
              <a:ln/>
              <a:effectLst/>
              <a:latin typeface="Arial" panose="020B0604020202020204" pitchFamily="34" charset="0"/>
            </a:rPr>
            <a:t> Steganography</a:t>
          </a:r>
          <a:endParaRPr lang="en-IN" dirty="0"/>
        </a:p>
      </dgm:t>
    </dgm:pt>
    <dgm:pt modelId="{97D4E4B0-A8A6-418F-9E43-69886D34C1A2}" type="parTrans" cxnId="{73E27096-17FE-4E77-A427-1F2B0B000E7C}">
      <dgm:prSet/>
      <dgm:spPr/>
      <dgm:t>
        <a:bodyPr/>
        <a:lstStyle/>
        <a:p>
          <a:endParaRPr lang="en-IN"/>
        </a:p>
      </dgm:t>
    </dgm:pt>
    <dgm:pt modelId="{8F95C0C4-5016-40CD-9ABF-046D36F51096}" type="sibTrans" cxnId="{73E27096-17FE-4E77-A427-1F2B0B000E7C}">
      <dgm:prSet/>
      <dgm:spPr/>
      <dgm:t>
        <a:bodyPr/>
        <a:lstStyle/>
        <a:p>
          <a:endParaRPr lang="en-IN"/>
        </a:p>
      </dgm:t>
    </dgm:pt>
    <dgm:pt modelId="{222C2F13-FC15-4053-B921-6FA6F22FFFB5}">
      <dgm:prSet phldrT="[Text]"/>
      <dgm:spPr/>
      <dgm:t>
        <a:bodyPr/>
        <a:lstStyle/>
        <a:p>
          <a:pPr>
            <a:buClrTx/>
            <a:buSzTx/>
            <a:buFontTx/>
            <a:buChar char="•"/>
          </a:pPr>
          <a:r>
            <a:rPr kumimoji="0" lang="en-US" altLang="en-US" b="0" i="0" u="none" strike="noStrike" cap="none" normalizeH="0" baseline="0">
              <a:ln/>
              <a:effectLst/>
              <a:latin typeface="Arial" panose="020B0604020202020204" pitchFamily="34" charset="0"/>
            </a:rPr>
            <a:t>The art of hiding secret information within an ordinary file, like an image, to conceal the very existence of a message.   </a:t>
          </a:r>
          <a:endParaRPr lang="en-IN" dirty="0"/>
        </a:p>
      </dgm:t>
    </dgm:pt>
    <dgm:pt modelId="{76DBBD1D-10C0-469E-B1BB-74BBA55E7FAE}" type="parTrans" cxnId="{25E7B138-C32A-47DC-933D-0920583EE862}">
      <dgm:prSet/>
      <dgm:spPr/>
      <dgm:t>
        <a:bodyPr/>
        <a:lstStyle/>
        <a:p>
          <a:endParaRPr lang="en-IN"/>
        </a:p>
      </dgm:t>
    </dgm:pt>
    <dgm:pt modelId="{EEBE8ABF-E74B-4EC2-9D2A-41AA178E2B4D}" type="sibTrans" cxnId="{25E7B138-C32A-47DC-933D-0920583EE862}">
      <dgm:prSet/>
      <dgm:spPr/>
      <dgm:t>
        <a:bodyPr/>
        <a:lstStyle/>
        <a:p>
          <a:endParaRPr lang="en-IN"/>
        </a:p>
      </dgm:t>
    </dgm:pt>
    <dgm:pt modelId="{126D5F7D-15C7-40BB-ABDF-9F8AD8FA09A6}">
      <dgm:prSet phldrT="[Text]"/>
      <dgm:spPr/>
      <dgm:t>
        <a:bodyPr/>
        <a:lstStyle/>
        <a:p>
          <a:r>
            <a:rPr kumimoji="0" lang="en-US" altLang="en-US" b="1" i="0" u="none" strike="noStrike" cap="none" normalizeH="0" baseline="0">
              <a:ln/>
              <a:effectLst/>
              <a:latin typeface="Arial" panose="020B0604020202020204" pitchFamily="34" charset="0"/>
            </a:rPr>
            <a:t>Covert Communication</a:t>
          </a:r>
          <a:endParaRPr lang="en-IN" dirty="0"/>
        </a:p>
      </dgm:t>
    </dgm:pt>
    <dgm:pt modelId="{D1A54BA4-97B0-48D1-901E-5B99A898FB00}" type="parTrans" cxnId="{CE07363D-48C7-409C-B76C-B45FA08B4C86}">
      <dgm:prSet/>
      <dgm:spPr/>
      <dgm:t>
        <a:bodyPr/>
        <a:lstStyle/>
        <a:p>
          <a:endParaRPr lang="en-IN"/>
        </a:p>
      </dgm:t>
    </dgm:pt>
    <dgm:pt modelId="{C891575B-7170-4F2A-AF0A-7A23A2A02F56}" type="sibTrans" cxnId="{CE07363D-48C7-409C-B76C-B45FA08B4C86}">
      <dgm:prSet/>
      <dgm:spPr/>
      <dgm:t>
        <a:bodyPr/>
        <a:lstStyle/>
        <a:p>
          <a:endParaRPr lang="en-IN"/>
        </a:p>
      </dgm:t>
    </dgm:pt>
    <dgm:pt modelId="{16A7B325-1AA3-47C7-8463-854AC8B34E0C}">
      <dgm:prSet phldrT="[Text]"/>
      <dgm:spPr/>
      <dgm:t>
        <a:bodyPr/>
        <a:lstStyle/>
        <a:p>
          <a:r>
            <a:rPr kumimoji="0" lang="en-US" altLang="en-US" b="0" i="0" u="none" strike="noStrike" cap="none" normalizeH="0" baseline="0">
              <a:ln/>
              <a:effectLst/>
              <a:latin typeface="Arial" panose="020B0604020202020204" pitchFamily="34" charset="0"/>
            </a:rPr>
            <a:t>Allows for the secure transmission of sensitive data for national security, journalism, or corporate intelligence without attracting suspicion</a:t>
          </a:r>
          <a:endParaRPr lang="en-IN" dirty="0"/>
        </a:p>
      </dgm:t>
    </dgm:pt>
    <dgm:pt modelId="{CF11CBDA-6DE4-4F53-B431-2EAD94AB433B}" type="parTrans" cxnId="{9AFFD32D-AFD0-44B1-B5A3-8CF675B09C01}">
      <dgm:prSet/>
      <dgm:spPr/>
      <dgm:t>
        <a:bodyPr/>
        <a:lstStyle/>
        <a:p>
          <a:endParaRPr lang="en-IN"/>
        </a:p>
      </dgm:t>
    </dgm:pt>
    <dgm:pt modelId="{76E84EC7-7F77-4C8B-9CA9-6DEA3DCABBA2}" type="sibTrans" cxnId="{9AFFD32D-AFD0-44B1-B5A3-8CF675B09C01}">
      <dgm:prSet/>
      <dgm:spPr/>
      <dgm:t>
        <a:bodyPr/>
        <a:lstStyle/>
        <a:p>
          <a:endParaRPr lang="en-IN"/>
        </a:p>
      </dgm:t>
    </dgm:pt>
    <dgm:pt modelId="{7F5D6B85-A0F9-4982-AB12-440B20F0C7B2}">
      <dgm:prSet/>
      <dgm:spPr/>
      <dgm:t>
        <a:bodyPr/>
        <a:lstStyle/>
        <a:p>
          <a:r>
            <a:rPr kumimoji="0" lang="en-US" altLang="en-US" b="0" i="0" u="none" strike="noStrike" cap="none" normalizeH="0" baseline="0">
              <a:ln/>
              <a:effectLst/>
              <a:latin typeface="Arial" panose="020B0604020202020204" pitchFamily="34" charset="0"/>
            </a:rPr>
            <a:t>Unlike encryption, which scrambles a message, steganography hides it in plain sight.</a:t>
          </a:r>
          <a:endParaRPr kumimoji="0" lang="en-US" altLang="en-US" b="0" i="0" u="none" strike="noStrike" cap="none" normalizeH="0" baseline="0" dirty="0">
            <a:ln/>
            <a:effectLst/>
            <a:latin typeface="Arial" panose="020B0604020202020204" pitchFamily="34" charset="0"/>
          </a:endParaRPr>
        </a:p>
      </dgm:t>
    </dgm:pt>
    <dgm:pt modelId="{D5522BBA-EB2A-469B-806D-6B62A1F1F305}" type="parTrans" cxnId="{CB94AC6F-B5DE-449E-9CFB-6D943471B5A9}">
      <dgm:prSet/>
      <dgm:spPr/>
      <dgm:t>
        <a:bodyPr/>
        <a:lstStyle/>
        <a:p>
          <a:endParaRPr lang="en-IN"/>
        </a:p>
      </dgm:t>
    </dgm:pt>
    <dgm:pt modelId="{7F333D2D-C614-4FC6-8F9C-BDD28A933A53}" type="sibTrans" cxnId="{CB94AC6F-B5DE-449E-9CFB-6D943471B5A9}">
      <dgm:prSet/>
      <dgm:spPr/>
      <dgm:t>
        <a:bodyPr/>
        <a:lstStyle/>
        <a:p>
          <a:endParaRPr lang="en-IN"/>
        </a:p>
      </dgm:t>
    </dgm:pt>
    <dgm:pt modelId="{ABEEA8D2-0F10-47D8-A0D1-DDC67E1BA219}">
      <dgm:prSet phldrT="[Text]"/>
      <dgm:spPr/>
      <dgm:t>
        <a:bodyPr/>
        <a:lstStyle/>
        <a:p>
          <a:r>
            <a:rPr kumimoji="0" lang="en-US" altLang="en-US" b="1" i="0" u="none" strike="noStrike" cap="none" normalizeH="0" baseline="0" dirty="0">
              <a:ln/>
              <a:effectLst/>
              <a:latin typeface="Arial" panose="020B0604020202020204" pitchFamily="34" charset="0"/>
            </a:rPr>
            <a:t>Digital Watermarking</a:t>
          </a:r>
          <a:endParaRPr lang="en-IN" dirty="0"/>
        </a:p>
      </dgm:t>
    </dgm:pt>
    <dgm:pt modelId="{7AFF7E4A-5006-4BD4-81C0-A4C2224E7382}" type="parTrans" cxnId="{04B1175C-DD74-49A9-AAAC-692EC0CAB8FA}">
      <dgm:prSet/>
      <dgm:spPr/>
      <dgm:t>
        <a:bodyPr/>
        <a:lstStyle/>
        <a:p>
          <a:endParaRPr lang="en-IN"/>
        </a:p>
      </dgm:t>
    </dgm:pt>
    <dgm:pt modelId="{1A532923-8AB8-418A-9DA6-AC0129AAB642}" type="sibTrans" cxnId="{04B1175C-DD74-49A9-AAAC-692EC0CAB8FA}">
      <dgm:prSet/>
      <dgm:spPr/>
      <dgm:t>
        <a:bodyPr/>
        <a:lstStyle/>
        <a:p>
          <a:endParaRPr lang="en-IN"/>
        </a:p>
      </dgm:t>
    </dgm:pt>
    <dgm:pt modelId="{BF864447-D74E-42E7-9657-EEB0B7E2B0D3}">
      <dgm:prSet phldrT="[Text]"/>
      <dgm:spPr/>
      <dgm:t>
        <a:bodyPr/>
        <a:lstStyle/>
        <a:p>
          <a:pPr>
            <a:buClrTx/>
            <a:buSzTx/>
            <a:buFontTx/>
            <a:buChar char="•"/>
          </a:pPr>
          <a:r>
            <a:rPr kumimoji="0" lang="en-US" altLang="en-US" b="0" i="0" u="none" strike="noStrike" cap="none" normalizeH="0" baseline="0">
              <a:ln/>
              <a:effectLst/>
              <a:latin typeface="Arial" panose="020B0604020202020204" pitchFamily="34" charset="0"/>
            </a:rPr>
            <a:t>Enables creators to embed invisible signatures in their work to prove ownership and protect intellectual property.</a:t>
          </a:r>
          <a:endParaRPr lang="en-IN" dirty="0"/>
        </a:p>
      </dgm:t>
    </dgm:pt>
    <dgm:pt modelId="{A87A8A22-CDD1-4B8C-9D4A-F3B5DFA2CEA1}" type="parTrans" cxnId="{33CB5D10-2C66-40D0-86CB-C9D8314D1A9E}">
      <dgm:prSet/>
      <dgm:spPr/>
      <dgm:t>
        <a:bodyPr/>
        <a:lstStyle/>
        <a:p>
          <a:endParaRPr lang="en-IN"/>
        </a:p>
      </dgm:t>
    </dgm:pt>
    <dgm:pt modelId="{23ABC72F-1721-4B1A-8FB7-42E8755159F7}" type="sibTrans" cxnId="{33CB5D10-2C66-40D0-86CB-C9D8314D1A9E}">
      <dgm:prSet/>
      <dgm:spPr/>
      <dgm:t>
        <a:bodyPr/>
        <a:lstStyle/>
        <a:p>
          <a:endParaRPr lang="en-IN"/>
        </a:p>
      </dgm:t>
    </dgm:pt>
    <dgm:pt modelId="{2DA5AE95-C85D-4BF4-9631-030AB97179A8}">
      <dgm:prSet phldrT="[Text]"/>
      <dgm:spPr/>
      <dgm:t>
        <a:bodyPr/>
        <a:lstStyle/>
        <a:p>
          <a:pPr>
            <a:buClrTx/>
            <a:buSzTx/>
            <a:buFontTx/>
            <a:buChar char="•"/>
          </a:pPr>
          <a:r>
            <a:rPr kumimoji="0" lang="en-US" altLang="en-US" b="1" i="0" u="none" strike="noStrike" cap="none" normalizeH="0" baseline="0">
              <a:ln/>
              <a:effectLst/>
              <a:latin typeface="Arial" panose="020B0604020202020204" pitchFamily="34" charset="0"/>
            </a:rPr>
            <a:t>The Rise of Deep Learning</a:t>
          </a:r>
          <a:endParaRPr lang="en-IN" dirty="0"/>
        </a:p>
      </dgm:t>
    </dgm:pt>
    <dgm:pt modelId="{7C63B82D-3DB0-40E4-8F7D-22BAF50BDE80}" type="parTrans" cxnId="{0F0F8785-2053-4DE1-85BF-8A8625A46F74}">
      <dgm:prSet/>
      <dgm:spPr/>
      <dgm:t>
        <a:bodyPr/>
        <a:lstStyle/>
        <a:p>
          <a:endParaRPr lang="en-IN"/>
        </a:p>
      </dgm:t>
    </dgm:pt>
    <dgm:pt modelId="{0E7456C6-BA98-4BBA-B370-35BDEB5F7AD1}" type="sibTrans" cxnId="{0F0F8785-2053-4DE1-85BF-8A8625A46F74}">
      <dgm:prSet/>
      <dgm:spPr/>
      <dgm:t>
        <a:bodyPr/>
        <a:lstStyle/>
        <a:p>
          <a:endParaRPr lang="en-IN"/>
        </a:p>
      </dgm:t>
    </dgm:pt>
    <dgm:pt modelId="{9647A9FE-7FAA-46FB-90D8-F715D7B48040}">
      <dgm:prSet phldrT="[Text]"/>
      <dgm:spPr/>
      <dgm:t>
        <a:bodyPr/>
        <a:lstStyle/>
        <a:p>
          <a:pPr>
            <a:buClrTx/>
            <a:buSzTx/>
            <a:buFontTx/>
            <a:buChar char="•"/>
          </a:pPr>
          <a:r>
            <a:rPr kumimoji="0" lang="en-US" altLang="en-US" b="0" i="0" u="none" strike="noStrike" cap="none" normalizeH="0" baseline="0">
              <a:ln/>
              <a:effectLst/>
              <a:latin typeface="Arial" panose="020B0604020202020204" pitchFamily="34" charset="0"/>
            </a:rPr>
            <a:t>Modern steganography uses AI (deep learning) to automate the hiding process.</a:t>
          </a:r>
          <a:endParaRPr lang="en-IN" dirty="0"/>
        </a:p>
      </dgm:t>
    </dgm:pt>
    <dgm:pt modelId="{DADF62B9-32B7-41D2-87D7-4D4B15E16FA8}" type="parTrans" cxnId="{63C311B8-6BEB-430E-B422-03815B536008}">
      <dgm:prSet/>
      <dgm:spPr/>
      <dgm:t>
        <a:bodyPr/>
        <a:lstStyle/>
        <a:p>
          <a:endParaRPr lang="en-IN"/>
        </a:p>
      </dgm:t>
    </dgm:pt>
    <dgm:pt modelId="{A3F9BCF0-F6FA-40DC-91C6-3F591FFC1BBD}" type="sibTrans" cxnId="{63C311B8-6BEB-430E-B422-03815B536008}">
      <dgm:prSet/>
      <dgm:spPr/>
      <dgm:t>
        <a:bodyPr/>
        <a:lstStyle/>
        <a:p>
          <a:endParaRPr lang="en-IN"/>
        </a:p>
      </dgm:t>
    </dgm:pt>
    <dgm:pt modelId="{2B973042-26F5-451B-A2A1-65B69939EDBB}">
      <dgm:prSet/>
      <dgm:spPr/>
      <dgm:t>
        <a:bodyPr/>
        <a:lstStyle/>
        <a:p>
          <a:pPr>
            <a:buClrTx/>
            <a:buSzTx/>
            <a:buFontTx/>
            <a:buChar char="•"/>
          </a:pPr>
          <a:r>
            <a:rPr kumimoji="0" lang="en-US" altLang="en-US" b="0" i="0" u="none" strike="noStrike" cap="none" normalizeH="0" baseline="0">
              <a:ln/>
              <a:effectLst/>
              <a:latin typeface="Arial" panose="020B0604020202020204" pitchFamily="34" charset="0"/>
            </a:rPr>
            <a:t>AI models can achieve better imperceptibility and robustness than traditional methods.</a:t>
          </a:r>
          <a:endParaRPr kumimoji="0" lang="en-US" altLang="en-US" b="0" i="0" u="none" strike="noStrike" cap="none" normalizeH="0" baseline="0" dirty="0">
            <a:ln/>
            <a:effectLst/>
            <a:latin typeface="Arial" panose="020B0604020202020204" pitchFamily="34" charset="0"/>
          </a:endParaRPr>
        </a:p>
      </dgm:t>
    </dgm:pt>
    <dgm:pt modelId="{BE7009CB-C301-4D64-A071-B1235E9F831B}" type="parTrans" cxnId="{7B6B8F8B-2922-4276-9498-392760EBECBA}">
      <dgm:prSet/>
      <dgm:spPr/>
      <dgm:t>
        <a:bodyPr/>
        <a:lstStyle/>
        <a:p>
          <a:endParaRPr lang="en-IN"/>
        </a:p>
      </dgm:t>
    </dgm:pt>
    <dgm:pt modelId="{931F1ED9-A5EB-42D1-8C42-AF330CDFBD64}" type="sibTrans" cxnId="{7B6B8F8B-2922-4276-9498-392760EBECBA}">
      <dgm:prSet/>
      <dgm:spPr/>
      <dgm:t>
        <a:bodyPr/>
        <a:lstStyle/>
        <a:p>
          <a:endParaRPr lang="en-IN"/>
        </a:p>
      </dgm:t>
    </dgm:pt>
    <dgm:pt modelId="{738A899A-2F31-4F57-9341-2F24FA4AC6D8}" type="pres">
      <dgm:prSet presAssocID="{610E06CD-328A-49F0-A309-327E6C00B081}" presName="Name0" presStyleCnt="0">
        <dgm:presLayoutVars>
          <dgm:dir/>
          <dgm:animLvl val="lvl"/>
          <dgm:resizeHandles/>
        </dgm:presLayoutVars>
      </dgm:prSet>
      <dgm:spPr/>
    </dgm:pt>
    <dgm:pt modelId="{97A47ED8-53F9-47A4-AAEF-287B82255778}" type="pres">
      <dgm:prSet presAssocID="{B9C118B5-153F-4D2B-8624-9F18E0F07286}" presName="linNode" presStyleCnt="0"/>
      <dgm:spPr/>
    </dgm:pt>
    <dgm:pt modelId="{635167FB-E31A-40E5-A663-4EE9486C4437}" type="pres">
      <dgm:prSet presAssocID="{B9C118B5-153F-4D2B-8624-9F18E0F07286}" presName="parentShp" presStyleLbl="node1" presStyleIdx="0" presStyleCnt="4">
        <dgm:presLayoutVars>
          <dgm:bulletEnabled val="1"/>
        </dgm:presLayoutVars>
      </dgm:prSet>
      <dgm:spPr/>
    </dgm:pt>
    <dgm:pt modelId="{72BBC7B5-D67E-4F87-B5DE-64A2578BB297}" type="pres">
      <dgm:prSet presAssocID="{B9C118B5-153F-4D2B-8624-9F18E0F07286}" presName="childShp" presStyleLbl="bgAccFollowNode1" presStyleIdx="0" presStyleCnt="4">
        <dgm:presLayoutVars>
          <dgm:bulletEnabled val="1"/>
        </dgm:presLayoutVars>
      </dgm:prSet>
      <dgm:spPr/>
    </dgm:pt>
    <dgm:pt modelId="{2161CA67-FC11-4D29-8F08-72F5112E1420}" type="pres">
      <dgm:prSet presAssocID="{8F95C0C4-5016-40CD-9ABF-046D36F51096}" presName="spacing" presStyleCnt="0"/>
      <dgm:spPr/>
    </dgm:pt>
    <dgm:pt modelId="{6A867E4B-7DAA-4D09-9B84-C54C87075F6B}" type="pres">
      <dgm:prSet presAssocID="{126D5F7D-15C7-40BB-ABDF-9F8AD8FA09A6}" presName="linNode" presStyleCnt="0"/>
      <dgm:spPr/>
    </dgm:pt>
    <dgm:pt modelId="{98A9DB95-528B-47BE-B4AF-D2C3A4FA0ECB}" type="pres">
      <dgm:prSet presAssocID="{126D5F7D-15C7-40BB-ABDF-9F8AD8FA09A6}" presName="parentShp" presStyleLbl="node1" presStyleIdx="1" presStyleCnt="4">
        <dgm:presLayoutVars>
          <dgm:bulletEnabled val="1"/>
        </dgm:presLayoutVars>
      </dgm:prSet>
      <dgm:spPr/>
    </dgm:pt>
    <dgm:pt modelId="{59EA3F48-B70F-42C7-92E6-46672A94A5C7}" type="pres">
      <dgm:prSet presAssocID="{126D5F7D-15C7-40BB-ABDF-9F8AD8FA09A6}" presName="childShp" presStyleLbl="bgAccFollowNode1" presStyleIdx="1" presStyleCnt="4">
        <dgm:presLayoutVars>
          <dgm:bulletEnabled val="1"/>
        </dgm:presLayoutVars>
      </dgm:prSet>
      <dgm:spPr/>
    </dgm:pt>
    <dgm:pt modelId="{70FF9DAC-76EB-48F8-8CAC-871241C59453}" type="pres">
      <dgm:prSet presAssocID="{C891575B-7170-4F2A-AF0A-7A23A2A02F56}" presName="spacing" presStyleCnt="0"/>
      <dgm:spPr/>
    </dgm:pt>
    <dgm:pt modelId="{90BE5520-D964-4068-82B0-F8F9B1B5F123}" type="pres">
      <dgm:prSet presAssocID="{ABEEA8D2-0F10-47D8-A0D1-DDC67E1BA219}" presName="linNode" presStyleCnt="0"/>
      <dgm:spPr/>
    </dgm:pt>
    <dgm:pt modelId="{E5677E73-CEB5-4793-A901-FE1F801CD543}" type="pres">
      <dgm:prSet presAssocID="{ABEEA8D2-0F10-47D8-A0D1-DDC67E1BA219}" presName="parentShp" presStyleLbl="node1" presStyleIdx="2" presStyleCnt="4">
        <dgm:presLayoutVars>
          <dgm:bulletEnabled val="1"/>
        </dgm:presLayoutVars>
      </dgm:prSet>
      <dgm:spPr/>
    </dgm:pt>
    <dgm:pt modelId="{3FD5FC99-E8E3-4682-898E-239450B36463}" type="pres">
      <dgm:prSet presAssocID="{ABEEA8D2-0F10-47D8-A0D1-DDC67E1BA219}" presName="childShp" presStyleLbl="bgAccFollowNode1" presStyleIdx="2" presStyleCnt="4">
        <dgm:presLayoutVars>
          <dgm:bulletEnabled val="1"/>
        </dgm:presLayoutVars>
      </dgm:prSet>
      <dgm:spPr/>
    </dgm:pt>
    <dgm:pt modelId="{746CE635-6FAA-4804-971D-84EE8987A93B}" type="pres">
      <dgm:prSet presAssocID="{1A532923-8AB8-418A-9DA6-AC0129AAB642}" presName="spacing" presStyleCnt="0"/>
      <dgm:spPr/>
    </dgm:pt>
    <dgm:pt modelId="{22E2C7F1-B153-4A9D-BEEE-64865A83F0A4}" type="pres">
      <dgm:prSet presAssocID="{2DA5AE95-C85D-4BF4-9631-030AB97179A8}" presName="linNode" presStyleCnt="0"/>
      <dgm:spPr/>
    </dgm:pt>
    <dgm:pt modelId="{4BBC4EE7-0732-4B46-8C55-E7795E4075A4}" type="pres">
      <dgm:prSet presAssocID="{2DA5AE95-C85D-4BF4-9631-030AB97179A8}" presName="parentShp" presStyleLbl="node1" presStyleIdx="3" presStyleCnt="4">
        <dgm:presLayoutVars>
          <dgm:bulletEnabled val="1"/>
        </dgm:presLayoutVars>
      </dgm:prSet>
      <dgm:spPr/>
    </dgm:pt>
    <dgm:pt modelId="{CCF43DC3-EC1C-4D64-A027-881410692767}" type="pres">
      <dgm:prSet presAssocID="{2DA5AE95-C85D-4BF4-9631-030AB97179A8}" presName="childShp" presStyleLbl="bgAccFollowNode1" presStyleIdx="3" presStyleCnt="4">
        <dgm:presLayoutVars>
          <dgm:bulletEnabled val="1"/>
        </dgm:presLayoutVars>
      </dgm:prSet>
      <dgm:spPr/>
    </dgm:pt>
  </dgm:ptLst>
  <dgm:cxnLst>
    <dgm:cxn modelId="{9C034C00-F576-4826-ABA0-0AFC73E8B711}" type="presOf" srcId="{BF864447-D74E-42E7-9657-EEB0B7E2B0D3}" destId="{3FD5FC99-E8E3-4682-898E-239450B36463}" srcOrd="0" destOrd="0" presId="urn:microsoft.com/office/officeart/2005/8/layout/vList6"/>
    <dgm:cxn modelId="{CA0AB102-05FD-40D3-BAFB-194F44BF65B7}" type="presOf" srcId="{2B973042-26F5-451B-A2A1-65B69939EDBB}" destId="{CCF43DC3-EC1C-4D64-A027-881410692767}" srcOrd="0" destOrd="1" presId="urn:microsoft.com/office/officeart/2005/8/layout/vList6"/>
    <dgm:cxn modelId="{33CB5D10-2C66-40D0-86CB-C9D8314D1A9E}" srcId="{ABEEA8D2-0F10-47D8-A0D1-DDC67E1BA219}" destId="{BF864447-D74E-42E7-9657-EEB0B7E2B0D3}" srcOrd="0" destOrd="0" parTransId="{A87A8A22-CDD1-4B8C-9D4A-F3B5DFA2CEA1}" sibTransId="{23ABC72F-1721-4B1A-8FB7-42E8755159F7}"/>
    <dgm:cxn modelId="{05D61815-D2CE-4B56-8D76-98DB807E93F3}" type="presOf" srcId="{126D5F7D-15C7-40BB-ABDF-9F8AD8FA09A6}" destId="{98A9DB95-528B-47BE-B4AF-D2C3A4FA0ECB}" srcOrd="0" destOrd="0" presId="urn:microsoft.com/office/officeart/2005/8/layout/vList6"/>
    <dgm:cxn modelId="{34784D19-441F-4187-BFA4-291B35E119C6}" type="presOf" srcId="{9647A9FE-7FAA-46FB-90D8-F715D7B48040}" destId="{CCF43DC3-EC1C-4D64-A027-881410692767}" srcOrd="0" destOrd="0" presId="urn:microsoft.com/office/officeart/2005/8/layout/vList6"/>
    <dgm:cxn modelId="{9AFFD32D-AFD0-44B1-B5A3-8CF675B09C01}" srcId="{126D5F7D-15C7-40BB-ABDF-9F8AD8FA09A6}" destId="{16A7B325-1AA3-47C7-8463-854AC8B34E0C}" srcOrd="0" destOrd="0" parTransId="{CF11CBDA-6DE4-4F53-B431-2EAD94AB433B}" sibTransId="{76E84EC7-7F77-4C8B-9CA9-6DEA3DCABBA2}"/>
    <dgm:cxn modelId="{25E7B138-C32A-47DC-933D-0920583EE862}" srcId="{B9C118B5-153F-4D2B-8624-9F18E0F07286}" destId="{222C2F13-FC15-4053-B921-6FA6F22FFFB5}" srcOrd="0" destOrd="0" parTransId="{76DBBD1D-10C0-469E-B1BB-74BBA55E7FAE}" sibTransId="{EEBE8ABF-E74B-4EC2-9D2A-41AA178E2B4D}"/>
    <dgm:cxn modelId="{CE07363D-48C7-409C-B76C-B45FA08B4C86}" srcId="{610E06CD-328A-49F0-A309-327E6C00B081}" destId="{126D5F7D-15C7-40BB-ABDF-9F8AD8FA09A6}" srcOrd="1" destOrd="0" parTransId="{D1A54BA4-97B0-48D1-901E-5B99A898FB00}" sibTransId="{C891575B-7170-4F2A-AF0A-7A23A2A02F56}"/>
    <dgm:cxn modelId="{04B1175C-DD74-49A9-AAAC-692EC0CAB8FA}" srcId="{610E06CD-328A-49F0-A309-327E6C00B081}" destId="{ABEEA8D2-0F10-47D8-A0D1-DDC67E1BA219}" srcOrd="2" destOrd="0" parTransId="{7AFF7E4A-5006-4BD4-81C0-A4C2224E7382}" sibTransId="{1A532923-8AB8-418A-9DA6-AC0129AAB642}"/>
    <dgm:cxn modelId="{4BA9685E-AF2C-491C-AE99-FF226CC37BC8}" type="presOf" srcId="{16A7B325-1AA3-47C7-8463-854AC8B34E0C}" destId="{59EA3F48-B70F-42C7-92E6-46672A94A5C7}" srcOrd="0" destOrd="0" presId="urn:microsoft.com/office/officeart/2005/8/layout/vList6"/>
    <dgm:cxn modelId="{A3AD0147-48E8-4F1A-85B9-BEF19BDBC467}" type="presOf" srcId="{222C2F13-FC15-4053-B921-6FA6F22FFFB5}" destId="{72BBC7B5-D67E-4F87-B5DE-64A2578BB297}" srcOrd="0" destOrd="0" presId="urn:microsoft.com/office/officeart/2005/8/layout/vList6"/>
    <dgm:cxn modelId="{9E21D44C-EE9F-4EB6-9262-9C0555F07E00}" type="presOf" srcId="{2DA5AE95-C85D-4BF4-9631-030AB97179A8}" destId="{4BBC4EE7-0732-4B46-8C55-E7795E4075A4}" srcOrd="0" destOrd="0" presId="urn:microsoft.com/office/officeart/2005/8/layout/vList6"/>
    <dgm:cxn modelId="{CB94AC6F-B5DE-449E-9CFB-6D943471B5A9}" srcId="{B9C118B5-153F-4D2B-8624-9F18E0F07286}" destId="{7F5D6B85-A0F9-4982-AB12-440B20F0C7B2}" srcOrd="1" destOrd="0" parTransId="{D5522BBA-EB2A-469B-806D-6B62A1F1F305}" sibTransId="{7F333D2D-C614-4FC6-8F9C-BDD28A933A53}"/>
    <dgm:cxn modelId="{82E15D78-F4F7-433F-B78A-2C752FE5B7A1}" type="presOf" srcId="{7F5D6B85-A0F9-4982-AB12-440B20F0C7B2}" destId="{72BBC7B5-D67E-4F87-B5DE-64A2578BB297}" srcOrd="0" destOrd="1" presId="urn:microsoft.com/office/officeart/2005/8/layout/vList6"/>
    <dgm:cxn modelId="{0F0F8785-2053-4DE1-85BF-8A8625A46F74}" srcId="{610E06CD-328A-49F0-A309-327E6C00B081}" destId="{2DA5AE95-C85D-4BF4-9631-030AB97179A8}" srcOrd="3" destOrd="0" parTransId="{7C63B82D-3DB0-40E4-8F7D-22BAF50BDE80}" sibTransId="{0E7456C6-BA98-4BBA-B370-35BDEB5F7AD1}"/>
    <dgm:cxn modelId="{7B6B8F8B-2922-4276-9498-392760EBECBA}" srcId="{2DA5AE95-C85D-4BF4-9631-030AB97179A8}" destId="{2B973042-26F5-451B-A2A1-65B69939EDBB}" srcOrd="1" destOrd="0" parTransId="{BE7009CB-C301-4D64-A071-B1235E9F831B}" sibTransId="{931F1ED9-A5EB-42D1-8C42-AF330CDFBD64}"/>
    <dgm:cxn modelId="{8FD83796-EC3B-41AF-946E-06DEA08B5860}" type="presOf" srcId="{610E06CD-328A-49F0-A309-327E6C00B081}" destId="{738A899A-2F31-4F57-9341-2F24FA4AC6D8}" srcOrd="0" destOrd="0" presId="urn:microsoft.com/office/officeart/2005/8/layout/vList6"/>
    <dgm:cxn modelId="{73E27096-17FE-4E77-A427-1F2B0B000E7C}" srcId="{610E06CD-328A-49F0-A309-327E6C00B081}" destId="{B9C118B5-153F-4D2B-8624-9F18E0F07286}" srcOrd="0" destOrd="0" parTransId="{97D4E4B0-A8A6-418F-9E43-69886D34C1A2}" sibTransId="{8F95C0C4-5016-40CD-9ABF-046D36F51096}"/>
    <dgm:cxn modelId="{E82F1CA5-724A-4D37-8550-B48A3F405EB2}" type="presOf" srcId="{B9C118B5-153F-4D2B-8624-9F18E0F07286}" destId="{635167FB-E31A-40E5-A663-4EE9486C4437}" srcOrd="0" destOrd="0" presId="urn:microsoft.com/office/officeart/2005/8/layout/vList6"/>
    <dgm:cxn modelId="{A678B4A9-AB40-4D86-B69C-5C3DB3C0B729}" type="presOf" srcId="{ABEEA8D2-0F10-47D8-A0D1-DDC67E1BA219}" destId="{E5677E73-CEB5-4793-A901-FE1F801CD543}" srcOrd="0" destOrd="0" presId="urn:microsoft.com/office/officeart/2005/8/layout/vList6"/>
    <dgm:cxn modelId="{63C311B8-6BEB-430E-B422-03815B536008}" srcId="{2DA5AE95-C85D-4BF4-9631-030AB97179A8}" destId="{9647A9FE-7FAA-46FB-90D8-F715D7B48040}" srcOrd="0" destOrd="0" parTransId="{DADF62B9-32B7-41D2-87D7-4D4B15E16FA8}" sibTransId="{A3F9BCF0-F6FA-40DC-91C6-3F591FFC1BBD}"/>
    <dgm:cxn modelId="{833563DA-355A-4CA0-AE61-CB809C3C4C54}" type="presParOf" srcId="{738A899A-2F31-4F57-9341-2F24FA4AC6D8}" destId="{97A47ED8-53F9-47A4-AAEF-287B82255778}" srcOrd="0" destOrd="0" presId="urn:microsoft.com/office/officeart/2005/8/layout/vList6"/>
    <dgm:cxn modelId="{89048464-A9AD-4817-99F2-E047E7AE5E5A}" type="presParOf" srcId="{97A47ED8-53F9-47A4-AAEF-287B82255778}" destId="{635167FB-E31A-40E5-A663-4EE9486C4437}" srcOrd="0" destOrd="0" presId="urn:microsoft.com/office/officeart/2005/8/layout/vList6"/>
    <dgm:cxn modelId="{03BDB534-5001-47FB-A7AB-48DFB193931C}" type="presParOf" srcId="{97A47ED8-53F9-47A4-AAEF-287B82255778}" destId="{72BBC7B5-D67E-4F87-B5DE-64A2578BB297}" srcOrd="1" destOrd="0" presId="urn:microsoft.com/office/officeart/2005/8/layout/vList6"/>
    <dgm:cxn modelId="{4EEFA7E6-F9C5-4A67-990F-2B0663B56BA6}" type="presParOf" srcId="{738A899A-2F31-4F57-9341-2F24FA4AC6D8}" destId="{2161CA67-FC11-4D29-8F08-72F5112E1420}" srcOrd="1" destOrd="0" presId="urn:microsoft.com/office/officeart/2005/8/layout/vList6"/>
    <dgm:cxn modelId="{EB7343E7-8CEB-423E-9126-3EC07C83BB3B}" type="presParOf" srcId="{738A899A-2F31-4F57-9341-2F24FA4AC6D8}" destId="{6A867E4B-7DAA-4D09-9B84-C54C87075F6B}" srcOrd="2" destOrd="0" presId="urn:microsoft.com/office/officeart/2005/8/layout/vList6"/>
    <dgm:cxn modelId="{3ED5E696-B00B-4BE9-8AF8-2A0CC1CBF97B}" type="presParOf" srcId="{6A867E4B-7DAA-4D09-9B84-C54C87075F6B}" destId="{98A9DB95-528B-47BE-B4AF-D2C3A4FA0ECB}" srcOrd="0" destOrd="0" presId="urn:microsoft.com/office/officeart/2005/8/layout/vList6"/>
    <dgm:cxn modelId="{50CA6414-24A2-42E9-BB65-A122FB6B1361}" type="presParOf" srcId="{6A867E4B-7DAA-4D09-9B84-C54C87075F6B}" destId="{59EA3F48-B70F-42C7-92E6-46672A94A5C7}" srcOrd="1" destOrd="0" presId="urn:microsoft.com/office/officeart/2005/8/layout/vList6"/>
    <dgm:cxn modelId="{AAA3DBF5-DEA8-42BE-BA63-FA010841C657}" type="presParOf" srcId="{738A899A-2F31-4F57-9341-2F24FA4AC6D8}" destId="{70FF9DAC-76EB-48F8-8CAC-871241C59453}" srcOrd="3" destOrd="0" presId="urn:microsoft.com/office/officeart/2005/8/layout/vList6"/>
    <dgm:cxn modelId="{7EFAA2C2-DD64-4C5A-AF60-68201FF5D04A}" type="presParOf" srcId="{738A899A-2F31-4F57-9341-2F24FA4AC6D8}" destId="{90BE5520-D964-4068-82B0-F8F9B1B5F123}" srcOrd="4" destOrd="0" presId="urn:microsoft.com/office/officeart/2005/8/layout/vList6"/>
    <dgm:cxn modelId="{17C3D595-3D50-48B8-B95A-69E475227C64}" type="presParOf" srcId="{90BE5520-D964-4068-82B0-F8F9B1B5F123}" destId="{E5677E73-CEB5-4793-A901-FE1F801CD543}" srcOrd="0" destOrd="0" presId="urn:microsoft.com/office/officeart/2005/8/layout/vList6"/>
    <dgm:cxn modelId="{601FAF8C-37E9-4D61-BA04-53B3CB9D507B}" type="presParOf" srcId="{90BE5520-D964-4068-82B0-F8F9B1B5F123}" destId="{3FD5FC99-E8E3-4682-898E-239450B36463}" srcOrd="1" destOrd="0" presId="urn:microsoft.com/office/officeart/2005/8/layout/vList6"/>
    <dgm:cxn modelId="{521260CB-4A0F-42C2-A6AC-0A502FC172AA}" type="presParOf" srcId="{738A899A-2F31-4F57-9341-2F24FA4AC6D8}" destId="{746CE635-6FAA-4804-971D-84EE8987A93B}" srcOrd="5" destOrd="0" presId="urn:microsoft.com/office/officeart/2005/8/layout/vList6"/>
    <dgm:cxn modelId="{0E889520-5DD6-4009-A997-9E7AB0D4B33C}" type="presParOf" srcId="{738A899A-2F31-4F57-9341-2F24FA4AC6D8}" destId="{22E2C7F1-B153-4A9D-BEEE-64865A83F0A4}" srcOrd="6" destOrd="0" presId="urn:microsoft.com/office/officeart/2005/8/layout/vList6"/>
    <dgm:cxn modelId="{29646DFE-A378-4659-A459-6CE6A3D38AE1}" type="presParOf" srcId="{22E2C7F1-B153-4A9D-BEEE-64865A83F0A4}" destId="{4BBC4EE7-0732-4B46-8C55-E7795E4075A4}" srcOrd="0" destOrd="0" presId="urn:microsoft.com/office/officeart/2005/8/layout/vList6"/>
    <dgm:cxn modelId="{76CC62BD-FCD4-469B-A36B-713DDF1ED457}" type="presParOf" srcId="{22E2C7F1-B153-4A9D-BEEE-64865A83F0A4}" destId="{CCF43DC3-EC1C-4D64-A027-881410692767}"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CAAA4E-7CA7-46D1-93A9-C3A4EE5960A0}"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228ADE16-C9CE-4DB2-9FE1-8F39B864B819}">
      <dgm:prSet phldrT="[Text]"/>
      <dgm:spPr/>
      <dgm:t>
        <a:bodyPr/>
        <a:lstStyle/>
        <a:p>
          <a:pPr>
            <a:buClrTx/>
            <a:buSzTx/>
            <a:buFontTx/>
            <a:buNone/>
          </a:pPr>
          <a:r>
            <a:rPr kumimoji="0" lang="en-US" altLang="en-US" b="1" i="0" u="none" strike="noStrike" cap="none" normalizeH="0" baseline="0" dirty="0">
              <a:ln>
                <a:noFill/>
              </a:ln>
              <a:solidFill>
                <a:schemeClr val="tx1"/>
              </a:solidFill>
              <a:effectLst/>
              <a:latin typeface="Arial" panose="020B0604020202020204" pitchFamily="34" charset="0"/>
            </a:rPr>
            <a:t>Traditional Approach: Convolutional Neural Networks (CNNs)</a:t>
          </a:r>
          <a:endParaRPr lang="en-IN" dirty="0"/>
        </a:p>
      </dgm:t>
    </dgm:pt>
    <dgm:pt modelId="{8C441327-592E-4F0A-A2BD-C8A8674B99F5}" type="parTrans" cxnId="{CFC0BF54-50AF-4FA3-8FCC-F0B54F1986E6}">
      <dgm:prSet/>
      <dgm:spPr/>
      <dgm:t>
        <a:bodyPr/>
        <a:lstStyle/>
        <a:p>
          <a:endParaRPr lang="en-IN"/>
        </a:p>
      </dgm:t>
    </dgm:pt>
    <dgm:pt modelId="{6C2AEAE1-9384-449B-AFF4-DE6C767F3DA8}" type="sibTrans" cxnId="{CFC0BF54-50AF-4FA3-8FCC-F0B54F1986E6}">
      <dgm:prSet/>
      <dgm:spPr/>
      <dgm:t>
        <a:bodyPr/>
        <a:lstStyle/>
        <a:p>
          <a:endParaRPr lang="en-IN"/>
        </a:p>
      </dgm:t>
    </dgm:pt>
    <dgm:pt modelId="{D3AD1BFF-1FF3-4580-B94D-4F8F98DBCF1F}">
      <dgm:prSet phldrT="[Text]"/>
      <dgm:spPr/>
      <dgm:t>
        <a:bodyPr/>
        <a:lstStyle/>
        <a:p>
          <a:pPr>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Most early deep learning steganography models were built using CNNs.   </a:t>
          </a:r>
          <a:endParaRPr lang="en-IN" dirty="0"/>
        </a:p>
      </dgm:t>
    </dgm:pt>
    <dgm:pt modelId="{7BF3AD99-3FBB-494A-BDD1-FCB964EB6D70}" type="parTrans" cxnId="{6EED5C02-7B3A-4AE1-93C4-8E11B03376CF}">
      <dgm:prSet/>
      <dgm:spPr/>
      <dgm:t>
        <a:bodyPr/>
        <a:lstStyle/>
        <a:p>
          <a:endParaRPr lang="en-IN"/>
        </a:p>
      </dgm:t>
    </dgm:pt>
    <dgm:pt modelId="{7E906C88-C2B7-4C27-9D66-7DB58304571F}" type="sibTrans" cxnId="{6EED5C02-7B3A-4AE1-93C4-8E11B03376CF}">
      <dgm:prSet/>
      <dgm:spPr/>
      <dgm:t>
        <a:bodyPr/>
        <a:lstStyle/>
        <a:p>
          <a:endParaRPr lang="en-IN"/>
        </a:p>
      </dgm:t>
    </dgm:pt>
    <dgm:pt modelId="{2588B825-D8B4-4847-809C-B42C50CF2183}">
      <dgm:prSet phldrT="[Text]"/>
      <dgm:spPr/>
      <dgm:t>
        <a:bodyPr/>
        <a:lstStyle/>
        <a:p>
          <a:r>
            <a:rPr kumimoji="0" lang="en-US" altLang="en-US" b="1" i="0" u="none" strike="noStrike" cap="none" normalizeH="0" baseline="0" dirty="0">
              <a:ln>
                <a:noFill/>
              </a:ln>
              <a:solidFill>
                <a:schemeClr val="tx1"/>
              </a:solidFill>
              <a:effectLst/>
              <a:latin typeface="Arial" panose="020B0604020202020204" pitchFamily="34" charset="0"/>
            </a:rPr>
            <a:t>Limitation:</a:t>
          </a:r>
          <a:endParaRPr lang="en-IN" dirty="0"/>
        </a:p>
      </dgm:t>
    </dgm:pt>
    <dgm:pt modelId="{6805E62F-8F3C-48A3-A32B-4E3C22BA80DC}" type="parTrans" cxnId="{C232C6B5-C9A7-4479-B43C-B133C91890A3}">
      <dgm:prSet/>
      <dgm:spPr/>
      <dgm:t>
        <a:bodyPr/>
        <a:lstStyle/>
        <a:p>
          <a:endParaRPr lang="en-IN"/>
        </a:p>
      </dgm:t>
    </dgm:pt>
    <dgm:pt modelId="{17592E9F-653C-4CF5-83FE-1171B781318F}" type="sibTrans" cxnId="{C232C6B5-C9A7-4479-B43C-B133C91890A3}">
      <dgm:prSet/>
      <dgm:spPr/>
      <dgm:t>
        <a:bodyPr/>
        <a:lstStyle/>
        <a:p>
          <a:endParaRPr lang="en-IN"/>
        </a:p>
      </dgm:t>
    </dgm:pt>
    <dgm:pt modelId="{0E21E1E6-0608-456B-8415-CA329C8092C9}">
      <dgm:prSet phldrT="[Text]"/>
      <dgm:spPr/>
      <dgm:t>
        <a:bodyPr/>
        <a:lstStyle/>
        <a:p>
          <a:r>
            <a:rPr kumimoji="0" lang="en-US" altLang="en-US" b="0" i="0" u="none" strike="noStrike" cap="none" normalizeH="0" baseline="0" dirty="0">
              <a:ln>
                <a:noFill/>
              </a:ln>
              <a:solidFill>
                <a:schemeClr val="tx1"/>
              </a:solidFill>
              <a:effectLst/>
              <a:latin typeface="Arial" panose="020B0604020202020204" pitchFamily="34" charset="0"/>
            </a:rPr>
            <a:t>CNNs process images using small, localized filters. This gives them a limited "field of view" (receptive field).</a:t>
          </a:r>
          <a:endParaRPr lang="en-IN" dirty="0"/>
        </a:p>
      </dgm:t>
    </dgm:pt>
    <dgm:pt modelId="{7A6DDDD7-58C5-4790-96BC-3FF4C3AD71B3}" type="parTrans" cxnId="{B7034525-86A5-4CD7-85D5-338CFCAFF1A2}">
      <dgm:prSet/>
      <dgm:spPr/>
      <dgm:t>
        <a:bodyPr/>
        <a:lstStyle/>
        <a:p>
          <a:endParaRPr lang="en-IN"/>
        </a:p>
      </dgm:t>
    </dgm:pt>
    <dgm:pt modelId="{B16664F3-8B07-4EEB-B765-6F848F66A5C1}" type="sibTrans" cxnId="{B7034525-86A5-4CD7-85D5-338CFCAFF1A2}">
      <dgm:prSet/>
      <dgm:spPr/>
      <dgm:t>
        <a:bodyPr/>
        <a:lstStyle/>
        <a:p>
          <a:endParaRPr lang="en-IN"/>
        </a:p>
      </dgm:t>
    </dgm:pt>
    <dgm:pt modelId="{A5CA0C76-31CA-4DD2-AE4A-F2DB166A2C5F}">
      <dgm:prSet phldrT="[Text]"/>
      <dgm:spPr/>
      <dgm:t>
        <a:bodyPr/>
        <a:lstStyle/>
        <a:p>
          <a:r>
            <a:rPr kumimoji="0" lang="en-US" altLang="en-US" b="1" i="0" u="none" strike="noStrike" cap="none" normalizeH="0" baseline="0" dirty="0">
              <a:ln>
                <a:noFill/>
              </a:ln>
              <a:solidFill>
                <a:schemeClr val="tx1"/>
              </a:solidFill>
              <a:effectLst/>
              <a:latin typeface="Arial" panose="020B0604020202020204" pitchFamily="34" charset="0"/>
            </a:rPr>
            <a:t>Consequence:</a:t>
          </a:r>
          <a:r>
            <a:rPr kumimoji="0" lang="en-US" altLang="en-US" b="0" i="0" u="none" strike="noStrike" cap="none" normalizeH="0" baseline="0" dirty="0">
              <a:ln>
                <a:noFill/>
              </a:ln>
              <a:solidFill>
                <a:schemeClr val="tx1"/>
              </a:solidFill>
              <a:effectLst/>
              <a:latin typeface="Arial" panose="020B0604020202020204" pitchFamily="34" charset="0"/>
            </a:rPr>
            <a:t> </a:t>
          </a:r>
          <a:endParaRPr lang="en-IN" dirty="0"/>
        </a:p>
      </dgm:t>
    </dgm:pt>
    <dgm:pt modelId="{67601353-C5B5-4136-AD73-72E6FE0470E6}" type="parTrans" cxnId="{65854ACA-78A4-4FEC-9ECF-A9A39C498DA8}">
      <dgm:prSet/>
      <dgm:spPr/>
      <dgm:t>
        <a:bodyPr/>
        <a:lstStyle/>
        <a:p>
          <a:endParaRPr lang="en-IN"/>
        </a:p>
      </dgm:t>
    </dgm:pt>
    <dgm:pt modelId="{76A7B424-4F5C-43C3-B2BF-34C473E13A77}" type="sibTrans" cxnId="{65854ACA-78A4-4FEC-9ECF-A9A39C498DA8}">
      <dgm:prSet/>
      <dgm:spPr/>
      <dgm:t>
        <a:bodyPr/>
        <a:lstStyle/>
        <a:p>
          <a:endParaRPr lang="en-IN"/>
        </a:p>
      </dgm:t>
    </dgm:pt>
    <dgm:pt modelId="{AFFBEE8D-0EBE-4D7B-9674-C0F49A99F757}">
      <dgm:prSet phldrT="[Text]"/>
      <dgm:spPr/>
      <dgm:t>
        <a:bodyPr/>
        <a:lstStyle/>
        <a:p>
          <a:pPr>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They struggle to understand the global context of an image and often fail to properly reconstruct complex textures (like feathers or water), which are the best places to hide data. This leads to visible artifacts and lower </a:t>
          </a:r>
          <a:r>
            <a:rPr kumimoji="0" lang="en-US" altLang="en-US" b="0" i="0" u="none" strike="noStrike" cap="none" normalizeH="0" baseline="0">
              <a:ln>
                <a:noFill/>
              </a:ln>
              <a:solidFill>
                <a:schemeClr val="tx1"/>
              </a:solidFill>
              <a:effectLst/>
              <a:latin typeface="Arial" panose="020B0604020202020204" pitchFamily="34" charset="0"/>
            </a:rPr>
            <a:t>imperceptibility.</a:t>
          </a:r>
          <a:endParaRPr lang="en-IN" dirty="0"/>
        </a:p>
      </dgm:t>
    </dgm:pt>
    <dgm:pt modelId="{D56FCE96-21B5-4898-AB68-27005D893F5B}" type="parTrans" cxnId="{A79AAED3-78EA-4CCC-9065-6300A30D94E6}">
      <dgm:prSet/>
      <dgm:spPr/>
      <dgm:t>
        <a:bodyPr/>
        <a:lstStyle/>
        <a:p>
          <a:endParaRPr lang="en-IN"/>
        </a:p>
      </dgm:t>
    </dgm:pt>
    <dgm:pt modelId="{C8A4D46D-0D99-4BAC-8338-143AD8DA7195}" type="sibTrans" cxnId="{A79AAED3-78EA-4CCC-9065-6300A30D94E6}">
      <dgm:prSet/>
      <dgm:spPr/>
      <dgm:t>
        <a:bodyPr/>
        <a:lstStyle/>
        <a:p>
          <a:endParaRPr lang="en-IN"/>
        </a:p>
      </dgm:t>
    </dgm:pt>
    <dgm:pt modelId="{E6D7ACC8-0186-407C-85CE-5E7355A0E273}" type="pres">
      <dgm:prSet presAssocID="{FDCAAA4E-7CA7-46D1-93A9-C3A4EE5960A0}" presName="vert0" presStyleCnt="0">
        <dgm:presLayoutVars>
          <dgm:dir/>
          <dgm:animOne val="branch"/>
          <dgm:animLvl val="lvl"/>
        </dgm:presLayoutVars>
      </dgm:prSet>
      <dgm:spPr/>
    </dgm:pt>
    <dgm:pt modelId="{4C7582A0-1C30-4C3E-8CDD-C4EAB19A3F5C}" type="pres">
      <dgm:prSet presAssocID="{228ADE16-C9CE-4DB2-9FE1-8F39B864B819}" presName="thickLine" presStyleLbl="alignNode1" presStyleIdx="0" presStyleCnt="3" custLinFactY="-100000" custLinFactNeighborX="-9435" custLinFactNeighborY="-153298"/>
      <dgm:spPr/>
    </dgm:pt>
    <dgm:pt modelId="{D63E2E05-3323-4012-BE9C-298721186627}" type="pres">
      <dgm:prSet presAssocID="{228ADE16-C9CE-4DB2-9FE1-8F39B864B819}" presName="horz1" presStyleCnt="0"/>
      <dgm:spPr/>
    </dgm:pt>
    <dgm:pt modelId="{C3EF9A2F-78F7-4D2F-9858-C163839EF13C}" type="pres">
      <dgm:prSet presAssocID="{228ADE16-C9CE-4DB2-9FE1-8F39B864B819}" presName="tx1" presStyleLbl="revTx" presStyleIdx="0" presStyleCnt="6"/>
      <dgm:spPr/>
    </dgm:pt>
    <dgm:pt modelId="{B860863B-3530-41E4-BDB3-0370478D379F}" type="pres">
      <dgm:prSet presAssocID="{228ADE16-C9CE-4DB2-9FE1-8F39B864B819}" presName="vert1" presStyleCnt="0"/>
      <dgm:spPr/>
    </dgm:pt>
    <dgm:pt modelId="{AF671C42-32A1-44EE-9E09-CDC86CF695ED}" type="pres">
      <dgm:prSet presAssocID="{D3AD1BFF-1FF3-4580-B94D-4F8F98DBCF1F}" presName="vertSpace2a" presStyleCnt="0"/>
      <dgm:spPr/>
    </dgm:pt>
    <dgm:pt modelId="{6CCD6862-C493-4CAA-A6F2-F961D84FEC46}" type="pres">
      <dgm:prSet presAssocID="{D3AD1BFF-1FF3-4580-B94D-4F8F98DBCF1F}" presName="horz2" presStyleCnt="0"/>
      <dgm:spPr/>
    </dgm:pt>
    <dgm:pt modelId="{15EF1653-F068-4835-9DBD-DF096F6CB21C}" type="pres">
      <dgm:prSet presAssocID="{D3AD1BFF-1FF3-4580-B94D-4F8F98DBCF1F}" presName="horzSpace2" presStyleCnt="0"/>
      <dgm:spPr/>
    </dgm:pt>
    <dgm:pt modelId="{A0E92F4D-15C8-4472-9105-712D163C63C9}" type="pres">
      <dgm:prSet presAssocID="{D3AD1BFF-1FF3-4580-B94D-4F8F98DBCF1F}" presName="tx2" presStyleLbl="revTx" presStyleIdx="1" presStyleCnt="6"/>
      <dgm:spPr/>
    </dgm:pt>
    <dgm:pt modelId="{42041295-DF37-46DD-8127-8D9311FC3AB6}" type="pres">
      <dgm:prSet presAssocID="{D3AD1BFF-1FF3-4580-B94D-4F8F98DBCF1F}" presName="vert2" presStyleCnt="0"/>
      <dgm:spPr/>
    </dgm:pt>
    <dgm:pt modelId="{998D868E-3C46-4A48-9032-67E1D96E99F3}" type="pres">
      <dgm:prSet presAssocID="{D3AD1BFF-1FF3-4580-B94D-4F8F98DBCF1F}" presName="thinLine2b" presStyleLbl="callout" presStyleIdx="0" presStyleCnt="3"/>
      <dgm:spPr/>
    </dgm:pt>
    <dgm:pt modelId="{63310608-D2FD-48E0-B870-B4AAE739F44E}" type="pres">
      <dgm:prSet presAssocID="{D3AD1BFF-1FF3-4580-B94D-4F8F98DBCF1F}" presName="vertSpace2b" presStyleCnt="0"/>
      <dgm:spPr/>
    </dgm:pt>
    <dgm:pt modelId="{4DCA018F-D3D1-4F61-A7D4-87E35C57A5D1}" type="pres">
      <dgm:prSet presAssocID="{2588B825-D8B4-4847-809C-B42C50CF2183}" presName="thickLine" presStyleLbl="alignNode1" presStyleIdx="1" presStyleCnt="3"/>
      <dgm:spPr/>
    </dgm:pt>
    <dgm:pt modelId="{35969FD9-191F-4F92-B615-E5FA2BB3126C}" type="pres">
      <dgm:prSet presAssocID="{2588B825-D8B4-4847-809C-B42C50CF2183}" presName="horz1" presStyleCnt="0"/>
      <dgm:spPr/>
    </dgm:pt>
    <dgm:pt modelId="{B8E4277C-31E3-4595-96D8-B00603A3FB73}" type="pres">
      <dgm:prSet presAssocID="{2588B825-D8B4-4847-809C-B42C50CF2183}" presName="tx1" presStyleLbl="revTx" presStyleIdx="2" presStyleCnt="6"/>
      <dgm:spPr/>
    </dgm:pt>
    <dgm:pt modelId="{925A978C-6677-45F9-A091-ADFF20505573}" type="pres">
      <dgm:prSet presAssocID="{2588B825-D8B4-4847-809C-B42C50CF2183}" presName="vert1" presStyleCnt="0"/>
      <dgm:spPr/>
    </dgm:pt>
    <dgm:pt modelId="{5B257056-FEC8-499C-BB26-ADD93D86170C}" type="pres">
      <dgm:prSet presAssocID="{0E21E1E6-0608-456B-8415-CA329C8092C9}" presName="vertSpace2a" presStyleCnt="0"/>
      <dgm:spPr/>
    </dgm:pt>
    <dgm:pt modelId="{E29D8C1F-C572-4955-B7A1-F89047DF01DB}" type="pres">
      <dgm:prSet presAssocID="{0E21E1E6-0608-456B-8415-CA329C8092C9}" presName="horz2" presStyleCnt="0"/>
      <dgm:spPr/>
    </dgm:pt>
    <dgm:pt modelId="{E67FD6E6-2E69-44D8-AB0A-81F8DB9069A8}" type="pres">
      <dgm:prSet presAssocID="{0E21E1E6-0608-456B-8415-CA329C8092C9}" presName="horzSpace2" presStyleCnt="0"/>
      <dgm:spPr/>
    </dgm:pt>
    <dgm:pt modelId="{209AE693-C93F-49FE-8E54-0F7606FF9FD6}" type="pres">
      <dgm:prSet presAssocID="{0E21E1E6-0608-456B-8415-CA329C8092C9}" presName="tx2" presStyleLbl="revTx" presStyleIdx="3" presStyleCnt="6"/>
      <dgm:spPr/>
    </dgm:pt>
    <dgm:pt modelId="{B3F843F4-F593-4EBB-98AD-2D9CB9318536}" type="pres">
      <dgm:prSet presAssocID="{0E21E1E6-0608-456B-8415-CA329C8092C9}" presName="vert2" presStyleCnt="0"/>
      <dgm:spPr/>
    </dgm:pt>
    <dgm:pt modelId="{46B77ABB-6018-4A22-BC2E-86B00BF8445F}" type="pres">
      <dgm:prSet presAssocID="{0E21E1E6-0608-456B-8415-CA329C8092C9}" presName="thinLine2b" presStyleLbl="callout" presStyleIdx="1" presStyleCnt="3"/>
      <dgm:spPr/>
    </dgm:pt>
    <dgm:pt modelId="{D92573BC-07C7-40A0-BE4F-F9A093664C00}" type="pres">
      <dgm:prSet presAssocID="{0E21E1E6-0608-456B-8415-CA329C8092C9}" presName="vertSpace2b" presStyleCnt="0"/>
      <dgm:spPr/>
    </dgm:pt>
    <dgm:pt modelId="{C7F23523-E2C7-41BA-8DB6-C4A78813C073}" type="pres">
      <dgm:prSet presAssocID="{A5CA0C76-31CA-4DD2-AE4A-F2DB166A2C5F}" presName="thickLine" presStyleLbl="alignNode1" presStyleIdx="2" presStyleCnt="3"/>
      <dgm:spPr/>
    </dgm:pt>
    <dgm:pt modelId="{84703A21-36BA-496A-9EBD-129FAA36AF31}" type="pres">
      <dgm:prSet presAssocID="{A5CA0C76-31CA-4DD2-AE4A-F2DB166A2C5F}" presName="horz1" presStyleCnt="0"/>
      <dgm:spPr/>
    </dgm:pt>
    <dgm:pt modelId="{328ED4DF-A778-4AC7-9465-1F76C9887379}" type="pres">
      <dgm:prSet presAssocID="{A5CA0C76-31CA-4DD2-AE4A-F2DB166A2C5F}" presName="tx1" presStyleLbl="revTx" presStyleIdx="4" presStyleCnt="6"/>
      <dgm:spPr/>
    </dgm:pt>
    <dgm:pt modelId="{801B9022-2012-4A3C-A490-556AB622AB7D}" type="pres">
      <dgm:prSet presAssocID="{A5CA0C76-31CA-4DD2-AE4A-F2DB166A2C5F}" presName="vert1" presStyleCnt="0"/>
      <dgm:spPr/>
    </dgm:pt>
    <dgm:pt modelId="{8E12E309-D733-4BAE-B474-573A88F65174}" type="pres">
      <dgm:prSet presAssocID="{AFFBEE8D-0EBE-4D7B-9674-C0F49A99F757}" presName="vertSpace2a" presStyleCnt="0"/>
      <dgm:spPr/>
    </dgm:pt>
    <dgm:pt modelId="{DD0C2BA8-5C41-4F17-BD63-C9BE85690C08}" type="pres">
      <dgm:prSet presAssocID="{AFFBEE8D-0EBE-4D7B-9674-C0F49A99F757}" presName="horz2" presStyleCnt="0"/>
      <dgm:spPr/>
    </dgm:pt>
    <dgm:pt modelId="{5AF235C1-377E-4CC6-925A-98B23F275C52}" type="pres">
      <dgm:prSet presAssocID="{AFFBEE8D-0EBE-4D7B-9674-C0F49A99F757}" presName="horzSpace2" presStyleCnt="0"/>
      <dgm:spPr/>
    </dgm:pt>
    <dgm:pt modelId="{598D1176-FA51-48AF-AC53-C65360DE277E}" type="pres">
      <dgm:prSet presAssocID="{AFFBEE8D-0EBE-4D7B-9674-C0F49A99F757}" presName="tx2" presStyleLbl="revTx" presStyleIdx="5" presStyleCnt="6"/>
      <dgm:spPr/>
    </dgm:pt>
    <dgm:pt modelId="{963DAE33-B704-4D34-B663-D6D13D0D129D}" type="pres">
      <dgm:prSet presAssocID="{AFFBEE8D-0EBE-4D7B-9674-C0F49A99F757}" presName="vert2" presStyleCnt="0"/>
      <dgm:spPr/>
    </dgm:pt>
    <dgm:pt modelId="{D653FCD3-C1EA-493D-BCA1-208AFBF3352E}" type="pres">
      <dgm:prSet presAssocID="{AFFBEE8D-0EBE-4D7B-9674-C0F49A99F757}" presName="thinLine2b" presStyleLbl="callout" presStyleIdx="2" presStyleCnt="3"/>
      <dgm:spPr/>
    </dgm:pt>
    <dgm:pt modelId="{A9672628-F909-4E87-B691-F0D7C583566A}" type="pres">
      <dgm:prSet presAssocID="{AFFBEE8D-0EBE-4D7B-9674-C0F49A99F757}" presName="vertSpace2b" presStyleCnt="0"/>
      <dgm:spPr/>
    </dgm:pt>
  </dgm:ptLst>
  <dgm:cxnLst>
    <dgm:cxn modelId="{6EED5C02-7B3A-4AE1-93C4-8E11B03376CF}" srcId="{228ADE16-C9CE-4DB2-9FE1-8F39B864B819}" destId="{D3AD1BFF-1FF3-4580-B94D-4F8F98DBCF1F}" srcOrd="0" destOrd="0" parTransId="{7BF3AD99-3FBB-494A-BDD1-FCB964EB6D70}" sibTransId="{7E906C88-C2B7-4C27-9D66-7DB58304571F}"/>
    <dgm:cxn modelId="{B7034525-86A5-4CD7-85D5-338CFCAFF1A2}" srcId="{2588B825-D8B4-4847-809C-B42C50CF2183}" destId="{0E21E1E6-0608-456B-8415-CA329C8092C9}" srcOrd="0" destOrd="0" parTransId="{7A6DDDD7-58C5-4790-96BC-3FF4C3AD71B3}" sibTransId="{B16664F3-8B07-4EEB-B765-6F848F66A5C1}"/>
    <dgm:cxn modelId="{68A35474-92AC-4039-A4A1-A98CC6D00C35}" type="presOf" srcId="{0E21E1E6-0608-456B-8415-CA329C8092C9}" destId="{209AE693-C93F-49FE-8E54-0F7606FF9FD6}" srcOrd="0" destOrd="0" presId="urn:microsoft.com/office/officeart/2008/layout/LinedList"/>
    <dgm:cxn modelId="{CFC0BF54-50AF-4FA3-8FCC-F0B54F1986E6}" srcId="{FDCAAA4E-7CA7-46D1-93A9-C3A4EE5960A0}" destId="{228ADE16-C9CE-4DB2-9FE1-8F39B864B819}" srcOrd="0" destOrd="0" parTransId="{8C441327-592E-4F0A-A2BD-C8A8674B99F5}" sibTransId="{6C2AEAE1-9384-449B-AFF4-DE6C767F3DA8}"/>
    <dgm:cxn modelId="{976F8F9A-D00C-4958-BDF3-179C9A5C47B5}" type="presOf" srcId="{AFFBEE8D-0EBE-4D7B-9674-C0F49A99F757}" destId="{598D1176-FA51-48AF-AC53-C65360DE277E}" srcOrd="0" destOrd="0" presId="urn:microsoft.com/office/officeart/2008/layout/LinedList"/>
    <dgm:cxn modelId="{C232C6B5-C9A7-4479-B43C-B133C91890A3}" srcId="{FDCAAA4E-7CA7-46D1-93A9-C3A4EE5960A0}" destId="{2588B825-D8B4-4847-809C-B42C50CF2183}" srcOrd="1" destOrd="0" parTransId="{6805E62F-8F3C-48A3-A32B-4E3C22BA80DC}" sibTransId="{17592E9F-653C-4CF5-83FE-1171B781318F}"/>
    <dgm:cxn modelId="{D37A2FC3-5884-436D-AA3E-7E0E3A0D409C}" type="presOf" srcId="{228ADE16-C9CE-4DB2-9FE1-8F39B864B819}" destId="{C3EF9A2F-78F7-4D2F-9858-C163839EF13C}" srcOrd="0" destOrd="0" presId="urn:microsoft.com/office/officeart/2008/layout/LinedList"/>
    <dgm:cxn modelId="{65854ACA-78A4-4FEC-9ECF-A9A39C498DA8}" srcId="{FDCAAA4E-7CA7-46D1-93A9-C3A4EE5960A0}" destId="{A5CA0C76-31CA-4DD2-AE4A-F2DB166A2C5F}" srcOrd="2" destOrd="0" parTransId="{67601353-C5B5-4136-AD73-72E6FE0470E6}" sibTransId="{76A7B424-4F5C-43C3-B2BF-34C473E13A77}"/>
    <dgm:cxn modelId="{A79AAED3-78EA-4CCC-9065-6300A30D94E6}" srcId="{A5CA0C76-31CA-4DD2-AE4A-F2DB166A2C5F}" destId="{AFFBEE8D-0EBE-4D7B-9674-C0F49A99F757}" srcOrd="0" destOrd="0" parTransId="{D56FCE96-21B5-4898-AB68-27005D893F5B}" sibTransId="{C8A4D46D-0D99-4BAC-8338-143AD8DA7195}"/>
    <dgm:cxn modelId="{EB28E8D4-3ABE-4B50-8F10-143DD14C4BF1}" type="presOf" srcId="{D3AD1BFF-1FF3-4580-B94D-4F8F98DBCF1F}" destId="{A0E92F4D-15C8-4472-9105-712D163C63C9}" srcOrd="0" destOrd="0" presId="urn:microsoft.com/office/officeart/2008/layout/LinedList"/>
    <dgm:cxn modelId="{804A58D6-547A-4365-8B2C-F21B6B2BBF6D}" type="presOf" srcId="{A5CA0C76-31CA-4DD2-AE4A-F2DB166A2C5F}" destId="{328ED4DF-A778-4AC7-9465-1F76C9887379}" srcOrd="0" destOrd="0" presId="urn:microsoft.com/office/officeart/2008/layout/LinedList"/>
    <dgm:cxn modelId="{1095AAEF-A11B-4C7C-9CEE-E647DD2C9FD2}" type="presOf" srcId="{FDCAAA4E-7CA7-46D1-93A9-C3A4EE5960A0}" destId="{E6D7ACC8-0186-407C-85CE-5E7355A0E273}" srcOrd="0" destOrd="0" presId="urn:microsoft.com/office/officeart/2008/layout/LinedList"/>
    <dgm:cxn modelId="{BC1822F5-173E-449A-880D-274201E2046C}" type="presOf" srcId="{2588B825-D8B4-4847-809C-B42C50CF2183}" destId="{B8E4277C-31E3-4595-96D8-B00603A3FB73}" srcOrd="0" destOrd="0" presId="urn:microsoft.com/office/officeart/2008/layout/LinedList"/>
    <dgm:cxn modelId="{1D642F5D-5961-4C87-BA2F-0BFB2C595C3F}" type="presParOf" srcId="{E6D7ACC8-0186-407C-85CE-5E7355A0E273}" destId="{4C7582A0-1C30-4C3E-8CDD-C4EAB19A3F5C}" srcOrd="0" destOrd="0" presId="urn:microsoft.com/office/officeart/2008/layout/LinedList"/>
    <dgm:cxn modelId="{CCBC13A0-3522-4FA1-9CBD-C3FC48C0B40D}" type="presParOf" srcId="{E6D7ACC8-0186-407C-85CE-5E7355A0E273}" destId="{D63E2E05-3323-4012-BE9C-298721186627}" srcOrd="1" destOrd="0" presId="urn:microsoft.com/office/officeart/2008/layout/LinedList"/>
    <dgm:cxn modelId="{76409481-E965-4384-BBD9-B3980DF343E9}" type="presParOf" srcId="{D63E2E05-3323-4012-BE9C-298721186627}" destId="{C3EF9A2F-78F7-4D2F-9858-C163839EF13C}" srcOrd="0" destOrd="0" presId="urn:microsoft.com/office/officeart/2008/layout/LinedList"/>
    <dgm:cxn modelId="{60F0B844-ECCB-4562-B2CE-74B13E62CD61}" type="presParOf" srcId="{D63E2E05-3323-4012-BE9C-298721186627}" destId="{B860863B-3530-41E4-BDB3-0370478D379F}" srcOrd="1" destOrd="0" presId="urn:microsoft.com/office/officeart/2008/layout/LinedList"/>
    <dgm:cxn modelId="{E4273E34-3D64-42E2-9A5C-824E3DB5A2AC}" type="presParOf" srcId="{B860863B-3530-41E4-BDB3-0370478D379F}" destId="{AF671C42-32A1-44EE-9E09-CDC86CF695ED}" srcOrd="0" destOrd="0" presId="urn:microsoft.com/office/officeart/2008/layout/LinedList"/>
    <dgm:cxn modelId="{D6644670-AEBF-432E-97A1-061CD4C01F35}" type="presParOf" srcId="{B860863B-3530-41E4-BDB3-0370478D379F}" destId="{6CCD6862-C493-4CAA-A6F2-F961D84FEC46}" srcOrd="1" destOrd="0" presId="urn:microsoft.com/office/officeart/2008/layout/LinedList"/>
    <dgm:cxn modelId="{8FF33D25-72DE-4566-9E86-BC799ADB11D5}" type="presParOf" srcId="{6CCD6862-C493-4CAA-A6F2-F961D84FEC46}" destId="{15EF1653-F068-4835-9DBD-DF096F6CB21C}" srcOrd="0" destOrd="0" presId="urn:microsoft.com/office/officeart/2008/layout/LinedList"/>
    <dgm:cxn modelId="{554E74A8-12EF-46BD-9C63-F0F6F3F84B33}" type="presParOf" srcId="{6CCD6862-C493-4CAA-A6F2-F961D84FEC46}" destId="{A0E92F4D-15C8-4472-9105-712D163C63C9}" srcOrd="1" destOrd="0" presId="urn:microsoft.com/office/officeart/2008/layout/LinedList"/>
    <dgm:cxn modelId="{7623006E-41AB-4A2F-9737-73A39675F6D4}" type="presParOf" srcId="{6CCD6862-C493-4CAA-A6F2-F961D84FEC46}" destId="{42041295-DF37-46DD-8127-8D9311FC3AB6}" srcOrd="2" destOrd="0" presId="urn:microsoft.com/office/officeart/2008/layout/LinedList"/>
    <dgm:cxn modelId="{6C18E15C-407F-430F-963C-0C548D8A5351}" type="presParOf" srcId="{B860863B-3530-41E4-BDB3-0370478D379F}" destId="{998D868E-3C46-4A48-9032-67E1D96E99F3}" srcOrd="2" destOrd="0" presId="urn:microsoft.com/office/officeart/2008/layout/LinedList"/>
    <dgm:cxn modelId="{FB7110AE-F292-45E6-8508-D56CA70C67B7}" type="presParOf" srcId="{B860863B-3530-41E4-BDB3-0370478D379F}" destId="{63310608-D2FD-48E0-B870-B4AAE739F44E}" srcOrd="3" destOrd="0" presId="urn:microsoft.com/office/officeart/2008/layout/LinedList"/>
    <dgm:cxn modelId="{8D0C88A8-3556-468C-9550-1A09506AF810}" type="presParOf" srcId="{E6D7ACC8-0186-407C-85CE-5E7355A0E273}" destId="{4DCA018F-D3D1-4F61-A7D4-87E35C57A5D1}" srcOrd="2" destOrd="0" presId="urn:microsoft.com/office/officeart/2008/layout/LinedList"/>
    <dgm:cxn modelId="{063BF301-A0EC-42E3-8708-2D5FB164CC3D}" type="presParOf" srcId="{E6D7ACC8-0186-407C-85CE-5E7355A0E273}" destId="{35969FD9-191F-4F92-B615-E5FA2BB3126C}" srcOrd="3" destOrd="0" presId="urn:microsoft.com/office/officeart/2008/layout/LinedList"/>
    <dgm:cxn modelId="{FC142650-FEDC-4735-BAE7-62D70D762713}" type="presParOf" srcId="{35969FD9-191F-4F92-B615-E5FA2BB3126C}" destId="{B8E4277C-31E3-4595-96D8-B00603A3FB73}" srcOrd="0" destOrd="0" presId="urn:microsoft.com/office/officeart/2008/layout/LinedList"/>
    <dgm:cxn modelId="{95621C78-B6F8-4B39-9F1A-8C83B46E30D1}" type="presParOf" srcId="{35969FD9-191F-4F92-B615-E5FA2BB3126C}" destId="{925A978C-6677-45F9-A091-ADFF20505573}" srcOrd="1" destOrd="0" presId="urn:microsoft.com/office/officeart/2008/layout/LinedList"/>
    <dgm:cxn modelId="{C1D7F2D1-399E-47C2-9BA7-4ABC2A328D4D}" type="presParOf" srcId="{925A978C-6677-45F9-A091-ADFF20505573}" destId="{5B257056-FEC8-499C-BB26-ADD93D86170C}" srcOrd="0" destOrd="0" presId="urn:microsoft.com/office/officeart/2008/layout/LinedList"/>
    <dgm:cxn modelId="{0CE61F2C-8873-4555-8C25-D4C4EBC5AB46}" type="presParOf" srcId="{925A978C-6677-45F9-A091-ADFF20505573}" destId="{E29D8C1F-C572-4955-B7A1-F89047DF01DB}" srcOrd="1" destOrd="0" presId="urn:microsoft.com/office/officeart/2008/layout/LinedList"/>
    <dgm:cxn modelId="{55702F1E-0687-4E7E-9E35-F5F8858CF93D}" type="presParOf" srcId="{E29D8C1F-C572-4955-B7A1-F89047DF01DB}" destId="{E67FD6E6-2E69-44D8-AB0A-81F8DB9069A8}" srcOrd="0" destOrd="0" presId="urn:microsoft.com/office/officeart/2008/layout/LinedList"/>
    <dgm:cxn modelId="{8116ECA9-6EF6-46F4-BF73-5531C3CEF28A}" type="presParOf" srcId="{E29D8C1F-C572-4955-B7A1-F89047DF01DB}" destId="{209AE693-C93F-49FE-8E54-0F7606FF9FD6}" srcOrd="1" destOrd="0" presId="urn:microsoft.com/office/officeart/2008/layout/LinedList"/>
    <dgm:cxn modelId="{431FA614-8E4E-429B-89C6-868B931C8C17}" type="presParOf" srcId="{E29D8C1F-C572-4955-B7A1-F89047DF01DB}" destId="{B3F843F4-F593-4EBB-98AD-2D9CB9318536}" srcOrd="2" destOrd="0" presId="urn:microsoft.com/office/officeart/2008/layout/LinedList"/>
    <dgm:cxn modelId="{6567AF20-792C-4798-9D68-84636E75F718}" type="presParOf" srcId="{925A978C-6677-45F9-A091-ADFF20505573}" destId="{46B77ABB-6018-4A22-BC2E-86B00BF8445F}" srcOrd="2" destOrd="0" presId="urn:microsoft.com/office/officeart/2008/layout/LinedList"/>
    <dgm:cxn modelId="{5B3E57E9-B85C-43E7-86C0-05BF18821964}" type="presParOf" srcId="{925A978C-6677-45F9-A091-ADFF20505573}" destId="{D92573BC-07C7-40A0-BE4F-F9A093664C00}" srcOrd="3" destOrd="0" presId="urn:microsoft.com/office/officeart/2008/layout/LinedList"/>
    <dgm:cxn modelId="{A7775C14-8C3B-493A-AD5E-EB82D0978429}" type="presParOf" srcId="{E6D7ACC8-0186-407C-85CE-5E7355A0E273}" destId="{C7F23523-E2C7-41BA-8DB6-C4A78813C073}" srcOrd="4" destOrd="0" presId="urn:microsoft.com/office/officeart/2008/layout/LinedList"/>
    <dgm:cxn modelId="{EC217F51-9005-4983-AB50-679E15942CDD}" type="presParOf" srcId="{E6D7ACC8-0186-407C-85CE-5E7355A0E273}" destId="{84703A21-36BA-496A-9EBD-129FAA36AF31}" srcOrd="5" destOrd="0" presId="urn:microsoft.com/office/officeart/2008/layout/LinedList"/>
    <dgm:cxn modelId="{491C3F19-4CB7-439B-8140-600652437999}" type="presParOf" srcId="{84703A21-36BA-496A-9EBD-129FAA36AF31}" destId="{328ED4DF-A778-4AC7-9465-1F76C9887379}" srcOrd="0" destOrd="0" presId="urn:microsoft.com/office/officeart/2008/layout/LinedList"/>
    <dgm:cxn modelId="{5E9175C1-7680-477A-9128-93D99E28C9D8}" type="presParOf" srcId="{84703A21-36BA-496A-9EBD-129FAA36AF31}" destId="{801B9022-2012-4A3C-A490-556AB622AB7D}" srcOrd="1" destOrd="0" presId="urn:microsoft.com/office/officeart/2008/layout/LinedList"/>
    <dgm:cxn modelId="{FFA7FE8C-7E1D-40BA-9442-3D022FCD1F19}" type="presParOf" srcId="{801B9022-2012-4A3C-A490-556AB622AB7D}" destId="{8E12E309-D733-4BAE-B474-573A88F65174}" srcOrd="0" destOrd="0" presId="urn:microsoft.com/office/officeart/2008/layout/LinedList"/>
    <dgm:cxn modelId="{6583675D-D825-4BDC-A125-35E48C053DC5}" type="presParOf" srcId="{801B9022-2012-4A3C-A490-556AB622AB7D}" destId="{DD0C2BA8-5C41-4F17-BD63-C9BE85690C08}" srcOrd="1" destOrd="0" presId="urn:microsoft.com/office/officeart/2008/layout/LinedList"/>
    <dgm:cxn modelId="{F7DF3A76-433E-404F-8DBC-327CBA8FFD40}" type="presParOf" srcId="{DD0C2BA8-5C41-4F17-BD63-C9BE85690C08}" destId="{5AF235C1-377E-4CC6-925A-98B23F275C52}" srcOrd="0" destOrd="0" presId="urn:microsoft.com/office/officeart/2008/layout/LinedList"/>
    <dgm:cxn modelId="{9D1351A5-40A4-46AD-BFE9-37FDD8BFE478}" type="presParOf" srcId="{DD0C2BA8-5C41-4F17-BD63-C9BE85690C08}" destId="{598D1176-FA51-48AF-AC53-C65360DE277E}" srcOrd="1" destOrd="0" presId="urn:microsoft.com/office/officeart/2008/layout/LinedList"/>
    <dgm:cxn modelId="{B808A654-AB1F-4B85-BD6E-3BB626D0913A}" type="presParOf" srcId="{DD0C2BA8-5C41-4F17-BD63-C9BE85690C08}" destId="{963DAE33-B704-4D34-B663-D6D13D0D129D}" srcOrd="2" destOrd="0" presId="urn:microsoft.com/office/officeart/2008/layout/LinedList"/>
    <dgm:cxn modelId="{D76D1D8E-EA58-4F9C-B4CF-0C5E2C30A2BD}" type="presParOf" srcId="{801B9022-2012-4A3C-A490-556AB622AB7D}" destId="{D653FCD3-C1EA-493D-BCA1-208AFBF3352E}" srcOrd="2" destOrd="0" presId="urn:microsoft.com/office/officeart/2008/layout/LinedList"/>
    <dgm:cxn modelId="{C99A9667-6CD3-459D-891E-B30F1FC6F9A5}" type="presParOf" srcId="{801B9022-2012-4A3C-A490-556AB622AB7D}" destId="{A9672628-F909-4E87-B691-F0D7C583566A}"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DB72F0-B64E-41F1-9AC8-36ADA9067678}" type="doc">
      <dgm:prSet loTypeId="urn:microsoft.com/office/officeart/2005/8/layout/chevron2" loCatId="list" qsTypeId="urn:microsoft.com/office/officeart/2005/8/quickstyle/simple5" qsCatId="simple" csTypeId="urn:microsoft.com/office/officeart/2005/8/colors/accent1_3" csCatId="accent1" phldr="1"/>
      <dgm:spPr/>
      <dgm:t>
        <a:bodyPr/>
        <a:lstStyle/>
        <a:p>
          <a:endParaRPr lang="en-IN"/>
        </a:p>
      </dgm:t>
    </dgm:pt>
    <dgm:pt modelId="{4D4D8DBF-C3BF-4F80-8249-B608733B3FE0}">
      <dgm:prSet phldrT="[Text]"/>
      <dgm:spPr/>
      <dgm:t>
        <a:bodyPr/>
        <a:lstStyle/>
        <a:p>
          <a:r>
            <a:rPr kumimoji="0" lang="en-US" altLang="en-US" b="1" i="0" u="none" strike="noStrike" cap="none" normalizeH="0" baseline="0">
              <a:ln/>
              <a:effectLst/>
              <a:latin typeface="Arial" panose="020B0604020202020204" pitchFamily="34" charset="0"/>
            </a:rPr>
            <a:t>How it Works</a:t>
          </a:r>
          <a:endParaRPr lang="en-IN" dirty="0"/>
        </a:p>
      </dgm:t>
    </dgm:pt>
    <dgm:pt modelId="{F77288CE-22E5-46CB-B7E9-853901CFD367}" type="parTrans" cxnId="{FB9E5EB4-5430-4A3C-ADA4-1B9F4170A2E6}">
      <dgm:prSet/>
      <dgm:spPr/>
      <dgm:t>
        <a:bodyPr/>
        <a:lstStyle/>
        <a:p>
          <a:endParaRPr lang="en-IN"/>
        </a:p>
      </dgm:t>
    </dgm:pt>
    <dgm:pt modelId="{3B3FF42E-9848-457E-8CCC-B69ABE07D432}" type="sibTrans" cxnId="{FB9E5EB4-5430-4A3C-ADA4-1B9F4170A2E6}">
      <dgm:prSet/>
      <dgm:spPr/>
      <dgm:t>
        <a:bodyPr/>
        <a:lstStyle/>
        <a:p>
          <a:endParaRPr lang="en-IN"/>
        </a:p>
      </dgm:t>
    </dgm:pt>
    <dgm:pt modelId="{C457E355-ACE6-4358-BA8A-959EDAD9651E}">
      <dgm:prSet phldrT="[Text]"/>
      <dgm:spPr/>
      <dgm:t>
        <a:bodyPr/>
        <a:lstStyle/>
        <a:p>
          <a:r>
            <a:rPr kumimoji="0" lang="en-US" altLang="en-US" b="0" i="0" u="none" strike="noStrike" cap="none" normalizeH="0" baseline="0">
              <a:ln/>
              <a:effectLst/>
              <a:latin typeface="Arial" panose="020B0604020202020204" pitchFamily="34" charset="0"/>
            </a:rPr>
            <a:t>ViT treats an image as a sequence of patches and uses a "self-attention" mechanism to compare every patch with every other patch simultaneously.   </a:t>
          </a:r>
          <a:endParaRPr lang="en-IN" dirty="0"/>
        </a:p>
      </dgm:t>
    </dgm:pt>
    <dgm:pt modelId="{B528AB04-140C-4E01-AFD9-426C46A68E11}" type="parTrans" cxnId="{A98A1AD4-8483-414E-AF12-2963235B2DAA}">
      <dgm:prSet/>
      <dgm:spPr/>
      <dgm:t>
        <a:bodyPr/>
        <a:lstStyle/>
        <a:p>
          <a:endParaRPr lang="en-IN"/>
        </a:p>
      </dgm:t>
    </dgm:pt>
    <dgm:pt modelId="{385F8CB7-EFA6-4619-80AB-A900870022E9}" type="sibTrans" cxnId="{A98A1AD4-8483-414E-AF12-2963235B2DAA}">
      <dgm:prSet/>
      <dgm:spPr/>
      <dgm:t>
        <a:bodyPr/>
        <a:lstStyle/>
        <a:p>
          <a:endParaRPr lang="en-IN"/>
        </a:p>
      </dgm:t>
    </dgm:pt>
    <dgm:pt modelId="{005CA4E4-96B5-45B2-8F85-CDBA26DF469C}">
      <dgm:prSet phldrT="[Text]"/>
      <dgm:spPr/>
      <dgm:t>
        <a:bodyPr/>
        <a:lstStyle/>
        <a:p>
          <a:r>
            <a:rPr kumimoji="0" lang="en-US" altLang="en-US" b="1" i="0" u="none" strike="noStrike" cap="none" normalizeH="0" baseline="0">
              <a:ln/>
              <a:effectLst/>
              <a:latin typeface="Arial" panose="020B0604020202020204" pitchFamily="34" charset="0"/>
            </a:rPr>
            <a:t>Advantage:</a:t>
          </a:r>
          <a:r>
            <a:rPr kumimoji="0" lang="en-US" altLang="en-US" b="0" i="0" u="none" strike="noStrike" cap="none" normalizeH="0" baseline="0">
              <a:ln/>
              <a:effectLst/>
              <a:latin typeface="Arial" panose="020B0604020202020204" pitchFamily="34" charset="0"/>
            </a:rPr>
            <a:t> </a:t>
          </a:r>
          <a:endParaRPr lang="en-IN" dirty="0"/>
        </a:p>
      </dgm:t>
    </dgm:pt>
    <dgm:pt modelId="{DF465A40-4E8F-4384-BB7A-39F7BCE35B3D}" type="parTrans" cxnId="{B693D8E8-DEF4-4F49-B7A4-06E8CF0133CA}">
      <dgm:prSet/>
      <dgm:spPr/>
      <dgm:t>
        <a:bodyPr/>
        <a:lstStyle/>
        <a:p>
          <a:endParaRPr lang="en-IN"/>
        </a:p>
      </dgm:t>
    </dgm:pt>
    <dgm:pt modelId="{02385C26-BBC1-4020-A410-E47E7F53437D}" type="sibTrans" cxnId="{B693D8E8-DEF4-4F49-B7A4-06E8CF0133CA}">
      <dgm:prSet/>
      <dgm:spPr/>
      <dgm:t>
        <a:bodyPr/>
        <a:lstStyle/>
        <a:p>
          <a:endParaRPr lang="en-IN"/>
        </a:p>
      </dgm:t>
    </dgm:pt>
    <dgm:pt modelId="{5B1A5AFC-0370-4FDC-B5E5-3ABC86BBF3DA}">
      <dgm:prSet phldrT="[Text]"/>
      <dgm:spPr/>
      <dgm:t>
        <a:bodyPr/>
        <a:lstStyle/>
        <a:p>
          <a:pPr>
            <a:buClrTx/>
            <a:buSzTx/>
            <a:buFontTx/>
            <a:buChar char="•"/>
          </a:pPr>
          <a:r>
            <a:rPr kumimoji="0" lang="en-US" altLang="en-US" b="0" i="0" u="none" strike="noStrike" cap="none" normalizeH="0" baseline="0">
              <a:ln/>
              <a:effectLst/>
              <a:latin typeface="Arial" panose="020B0604020202020204" pitchFamily="34" charset="0"/>
            </a:rPr>
            <a:t>This provides a true global understanding of the image, allowing the model to identify the most suitable and complex regions for embedding data, significantly improving imperceptibility over CNNs.</a:t>
          </a:r>
          <a:endParaRPr lang="en-IN" dirty="0"/>
        </a:p>
      </dgm:t>
    </dgm:pt>
    <dgm:pt modelId="{6C8A6C5F-ADF0-4D5F-8026-14B2176DCB0E}" type="parTrans" cxnId="{EFB153D4-55A3-42E9-946F-E9BA33B71831}">
      <dgm:prSet/>
      <dgm:spPr/>
      <dgm:t>
        <a:bodyPr/>
        <a:lstStyle/>
        <a:p>
          <a:endParaRPr lang="en-IN"/>
        </a:p>
      </dgm:t>
    </dgm:pt>
    <dgm:pt modelId="{47D7A8A8-EE8C-4113-80C0-E4863869D1C1}" type="sibTrans" cxnId="{EFB153D4-55A3-42E9-946F-E9BA33B71831}">
      <dgm:prSet/>
      <dgm:spPr/>
      <dgm:t>
        <a:bodyPr/>
        <a:lstStyle/>
        <a:p>
          <a:endParaRPr lang="en-IN"/>
        </a:p>
      </dgm:t>
    </dgm:pt>
    <dgm:pt modelId="{A768293D-6F1C-4194-9A26-3AA5AF7D8590}" type="pres">
      <dgm:prSet presAssocID="{9BDB72F0-B64E-41F1-9AC8-36ADA9067678}" presName="linearFlow" presStyleCnt="0">
        <dgm:presLayoutVars>
          <dgm:dir/>
          <dgm:animLvl val="lvl"/>
          <dgm:resizeHandles val="exact"/>
        </dgm:presLayoutVars>
      </dgm:prSet>
      <dgm:spPr/>
    </dgm:pt>
    <dgm:pt modelId="{1814B4B8-5AF4-4AFB-9803-1E4CBE43BDFF}" type="pres">
      <dgm:prSet presAssocID="{4D4D8DBF-C3BF-4F80-8249-B608733B3FE0}" presName="composite" presStyleCnt="0"/>
      <dgm:spPr/>
    </dgm:pt>
    <dgm:pt modelId="{0533C527-23A8-4FC3-98D5-AFCADB523BF7}" type="pres">
      <dgm:prSet presAssocID="{4D4D8DBF-C3BF-4F80-8249-B608733B3FE0}" presName="parentText" presStyleLbl="alignNode1" presStyleIdx="0" presStyleCnt="2">
        <dgm:presLayoutVars>
          <dgm:chMax val="1"/>
          <dgm:bulletEnabled val="1"/>
        </dgm:presLayoutVars>
      </dgm:prSet>
      <dgm:spPr/>
    </dgm:pt>
    <dgm:pt modelId="{7E3EF14F-6379-41A6-B0F5-5BDFE33EFD07}" type="pres">
      <dgm:prSet presAssocID="{4D4D8DBF-C3BF-4F80-8249-B608733B3FE0}" presName="descendantText" presStyleLbl="alignAcc1" presStyleIdx="0" presStyleCnt="2">
        <dgm:presLayoutVars>
          <dgm:bulletEnabled val="1"/>
        </dgm:presLayoutVars>
      </dgm:prSet>
      <dgm:spPr/>
    </dgm:pt>
    <dgm:pt modelId="{357F8272-7DED-489B-9B4B-270628AE9AEC}" type="pres">
      <dgm:prSet presAssocID="{3B3FF42E-9848-457E-8CCC-B69ABE07D432}" presName="sp" presStyleCnt="0"/>
      <dgm:spPr/>
    </dgm:pt>
    <dgm:pt modelId="{EE8113A1-6538-4494-9CA3-6E11F4B0A218}" type="pres">
      <dgm:prSet presAssocID="{005CA4E4-96B5-45B2-8F85-CDBA26DF469C}" presName="composite" presStyleCnt="0"/>
      <dgm:spPr/>
    </dgm:pt>
    <dgm:pt modelId="{DA451E37-43C5-4A66-86E0-143AC02E6E2F}" type="pres">
      <dgm:prSet presAssocID="{005CA4E4-96B5-45B2-8F85-CDBA26DF469C}" presName="parentText" presStyleLbl="alignNode1" presStyleIdx="1" presStyleCnt="2">
        <dgm:presLayoutVars>
          <dgm:chMax val="1"/>
          <dgm:bulletEnabled val="1"/>
        </dgm:presLayoutVars>
      </dgm:prSet>
      <dgm:spPr/>
    </dgm:pt>
    <dgm:pt modelId="{3C98BAA6-3632-4374-AD40-BBD17DBE5FE9}" type="pres">
      <dgm:prSet presAssocID="{005CA4E4-96B5-45B2-8F85-CDBA26DF469C}" presName="descendantText" presStyleLbl="alignAcc1" presStyleIdx="1" presStyleCnt="2">
        <dgm:presLayoutVars>
          <dgm:bulletEnabled val="1"/>
        </dgm:presLayoutVars>
      </dgm:prSet>
      <dgm:spPr/>
    </dgm:pt>
  </dgm:ptLst>
  <dgm:cxnLst>
    <dgm:cxn modelId="{F82C866A-CC5D-4991-8B6A-BD974A3947E0}" type="presOf" srcId="{C457E355-ACE6-4358-BA8A-959EDAD9651E}" destId="{7E3EF14F-6379-41A6-B0F5-5BDFE33EFD07}" srcOrd="0" destOrd="0" presId="urn:microsoft.com/office/officeart/2005/8/layout/chevron2"/>
    <dgm:cxn modelId="{D358884F-6C45-42D9-9F66-65152C41F9D4}" type="presOf" srcId="{5B1A5AFC-0370-4FDC-B5E5-3ABC86BBF3DA}" destId="{3C98BAA6-3632-4374-AD40-BBD17DBE5FE9}" srcOrd="0" destOrd="0" presId="urn:microsoft.com/office/officeart/2005/8/layout/chevron2"/>
    <dgm:cxn modelId="{B33E4DA5-9B32-4802-845F-0185FCCF89AB}" type="presOf" srcId="{4D4D8DBF-C3BF-4F80-8249-B608733B3FE0}" destId="{0533C527-23A8-4FC3-98D5-AFCADB523BF7}" srcOrd="0" destOrd="0" presId="urn:microsoft.com/office/officeart/2005/8/layout/chevron2"/>
    <dgm:cxn modelId="{FB9E5EB4-5430-4A3C-ADA4-1B9F4170A2E6}" srcId="{9BDB72F0-B64E-41F1-9AC8-36ADA9067678}" destId="{4D4D8DBF-C3BF-4F80-8249-B608733B3FE0}" srcOrd="0" destOrd="0" parTransId="{F77288CE-22E5-46CB-B7E9-853901CFD367}" sibTransId="{3B3FF42E-9848-457E-8CCC-B69ABE07D432}"/>
    <dgm:cxn modelId="{A98A1AD4-8483-414E-AF12-2963235B2DAA}" srcId="{4D4D8DBF-C3BF-4F80-8249-B608733B3FE0}" destId="{C457E355-ACE6-4358-BA8A-959EDAD9651E}" srcOrd="0" destOrd="0" parTransId="{B528AB04-140C-4E01-AFD9-426C46A68E11}" sibTransId="{385F8CB7-EFA6-4619-80AB-A900870022E9}"/>
    <dgm:cxn modelId="{EFB153D4-55A3-42E9-946F-E9BA33B71831}" srcId="{005CA4E4-96B5-45B2-8F85-CDBA26DF469C}" destId="{5B1A5AFC-0370-4FDC-B5E5-3ABC86BBF3DA}" srcOrd="0" destOrd="0" parTransId="{6C8A6C5F-ADF0-4D5F-8026-14B2176DCB0E}" sibTransId="{47D7A8A8-EE8C-4113-80C0-E4863869D1C1}"/>
    <dgm:cxn modelId="{B693D8E8-DEF4-4F49-B7A4-06E8CF0133CA}" srcId="{9BDB72F0-B64E-41F1-9AC8-36ADA9067678}" destId="{005CA4E4-96B5-45B2-8F85-CDBA26DF469C}" srcOrd="1" destOrd="0" parTransId="{DF465A40-4E8F-4384-BB7A-39F7BCE35B3D}" sibTransId="{02385C26-BBC1-4020-A410-E47E7F53437D}"/>
    <dgm:cxn modelId="{F06178EA-4671-423F-804D-C2FDA1E4B289}" type="presOf" srcId="{9BDB72F0-B64E-41F1-9AC8-36ADA9067678}" destId="{A768293D-6F1C-4194-9A26-3AA5AF7D8590}" srcOrd="0" destOrd="0" presId="urn:microsoft.com/office/officeart/2005/8/layout/chevron2"/>
    <dgm:cxn modelId="{8D9010FF-0ED9-44F0-9F73-77638B04476A}" type="presOf" srcId="{005CA4E4-96B5-45B2-8F85-CDBA26DF469C}" destId="{DA451E37-43C5-4A66-86E0-143AC02E6E2F}" srcOrd="0" destOrd="0" presId="urn:microsoft.com/office/officeart/2005/8/layout/chevron2"/>
    <dgm:cxn modelId="{40E91FFC-8E4B-4A74-BBF7-AA3BF69D2418}" type="presParOf" srcId="{A768293D-6F1C-4194-9A26-3AA5AF7D8590}" destId="{1814B4B8-5AF4-4AFB-9803-1E4CBE43BDFF}" srcOrd="0" destOrd="0" presId="urn:microsoft.com/office/officeart/2005/8/layout/chevron2"/>
    <dgm:cxn modelId="{2E2D8C4F-9CF8-4D1D-9638-6149B65FF1D3}" type="presParOf" srcId="{1814B4B8-5AF4-4AFB-9803-1E4CBE43BDFF}" destId="{0533C527-23A8-4FC3-98D5-AFCADB523BF7}" srcOrd="0" destOrd="0" presId="urn:microsoft.com/office/officeart/2005/8/layout/chevron2"/>
    <dgm:cxn modelId="{B972EFDD-9A49-431F-9385-FB60DA91F3C5}" type="presParOf" srcId="{1814B4B8-5AF4-4AFB-9803-1E4CBE43BDFF}" destId="{7E3EF14F-6379-41A6-B0F5-5BDFE33EFD07}" srcOrd="1" destOrd="0" presId="urn:microsoft.com/office/officeart/2005/8/layout/chevron2"/>
    <dgm:cxn modelId="{63644A24-2944-4240-A537-32193ECBA61C}" type="presParOf" srcId="{A768293D-6F1C-4194-9A26-3AA5AF7D8590}" destId="{357F8272-7DED-489B-9B4B-270628AE9AEC}" srcOrd="1" destOrd="0" presId="urn:microsoft.com/office/officeart/2005/8/layout/chevron2"/>
    <dgm:cxn modelId="{ACB1DD65-8520-4AF8-B750-3B5F6E68E78E}" type="presParOf" srcId="{A768293D-6F1C-4194-9A26-3AA5AF7D8590}" destId="{EE8113A1-6538-4494-9CA3-6E11F4B0A218}" srcOrd="2" destOrd="0" presId="urn:microsoft.com/office/officeart/2005/8/layout/chevron2"/>
    <dgm:cxn modelId="{BB0236B4-3F15-41BF-AE79-F41B3F94DD77}" type="presParOf" srcId="{EE8113A1-6538-4494-9CA3-6E11F4B0A218}" destId="{DA451E37-43C5-4A66-86E0-143AC02E6E2F}" srcOrd="0" destOrd="0" presId="urn:microsoft.com/office/officeart/2005/8/layout/chevron2"/>
    <dgm:cxn modelId="{15818401-7DFB-486C-B8B8-99EB4A5E7F71}" type="presParOf" srcId="{EE8113A1-6538-4494-9CA3-6E11F4B0A218}" destId="{3C98BAA6-3632-4374-AD40-BBD17DBE5FE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BBC7B5-D67E-4F87-B5DE-64A2578BB297}">
      <dsp:nvSpPr>
        <dsp:cNvPr id="0" name=""/>
        <dsp:cNvSpPr/>
      </dsp:nvSpPr>
      <dsp:spPr>
        <a:xfrm>
          <a:off x="4130859" y="1587"/>
          <a:ext cx="6196289" cy="1259416"/>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ClrTx/>
            <a:buSzTx/>
            <a:buFontTx/>
            <a:buChar char="•"/>
          </a:pPr>
          <a:r>
            <a:rPr kumimoji="0" lang="en-US" altLang="en-US" sz="1600" b="0" i="0" u="none" strike="noStrike" kern="1200" cap="none" normalizeH="0" baseline="0">
              <a:ln/>
              <a:effectLst/>
              <a:latin typeface="Arial" panose="020B0604020202020204" pitchFamily="34" charset="0"/>
            </a:rPr>
            <a:t>The art of hiding secret information within an ordinary file, like an image, to conceal the very existence of a message.   </a:t>
          </a:r>
          <a:endParaRPr lang="en-IN" sz="1600" kern="1200" dirty="0"/>
        </a:p>
        <a:p>
          <a:pPr marL="171450" lvl="1" indent="-171450" algn="l" defTabSz="711200">
            <a:lnSpc>
              <a:spcPct val="90000"/>
            </a:lnSpc>
            <a:spcBef>
              <a:spcPct val="0"/>
            </a:spcBef>
            <a:spcAft>
              <a:spcPct val="15000"/>
            </a:spcAft>
            <a:buChar char="•"/>
          </a:pPr>
          <a:r>
            <a:rPr kumimoji="0" lang="en-US" altLang="en-US" sz="1600" b="0" i="0" u="none" strike="noStrike" kern="1200" cap="none" normalizeH="0" baseline="0">
              <a:ln/>
              <a:effectLst/>
              <a:latin typeface="Arial" panose="020B0604020202020204" pitchFamily="34" charset="0"/>
            </a:rPr>
            <a:t>Unlike encryption, which scrambles a message, steganography hides it in plain sight.</a:t>
          </a:r>
          <a:endParaRPr kumimoji="0" lang="en-US" altLang="en-US" sz="1600" b="0" i="0" u="none" strike="noStrike" kern="1200" cap="none" normalizeH="0" baseline="0" dirty="0">
            <a:ln/>
            <a:effectLst/>
            <a:latin typeface="Arial" panose="020B0604020202020204" pitchFamily="34" charset="0"/>
          </a:endParaRPr>
        </a:p>
      </dsp:txBody>
      <dsp:txXfrm>
        <a:off x="4130859" y="159014"/>
        <a:ext cx="5724008" cy="944562"/>
      </dsp:txXfrm>
    </dsp:sp>
    <dsp:sp modelId="{635167FB-E31A-40E5-A663-4EE9486C4437}">
      <dsp:nvSpPr>
        <dsp:cNvPr id="0" name=""/>
        <dsp:cNvSpPr/>
      </dsp:nvSpPr>
      <dsp:spPr>
        <a:xfrm>
          <a:off x="0" y="1587"/>
          <a:ext cx="4130859" cy="1259416"/>
        </a:xfrm>
        <a:prstGeom prst="roundRect">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3350" tIns="66675" rIns="133350" bIns="66675" numCol="1" spcCol="1270" anchor="ctr" anchorCtr="0">
          <a:noAutofit/>
        </a:bodyPr>
        <a:lstStyle/>
        <a:p>
          <a:pPr marL="0" lvl="0" indent="0" algn="ctr" defTabSz="1555750">
            <a:lnSpc>
              <a:spcPct val="90000"/>
            </a:lnSpc>
            <a:spcBef>
              <a:spcPct val="0"/>
            </a:spcBef>
            <a:spcAft>
              <a:spcPct val="35000"/>
            </a:spcAft>
            <a:buClrTx/>
            <a:buSzTx/>
            <a:buFontTx/>
            <a:buNone/>
          </a:pPr>
          <a:r>
            <a:rPr kumimoji="0" lang="en-US" altLang="en-US" sz="3500" b="1" i="0" u="none" strike="noStrike" kern="1200" cap="none" normalizeH="0" baseline="0" dirty="0">
              <a:ln/>
              <a:effectLst/>
              <a:latin typeface="Arial" panose="020B0604020202020204" pitchFamily="34" charset="0"/>
            </a:rPr>
            <a:t> Steganography</a:t>
          </a:r>
          <a:endParaRPr lang="en-IN" sz="3500" kern="1200" dirty="0"/>
        </a:p>
      </dsp:txBody>
      <dsp:txXfrm>
        <a:off x="61480" y="63067"/>
        <a:ext cx="4007899" cy="1136456"/>
      </dsp:txXfrm>
    </dsp:sp>
    <dsp:sp modelId="{59EA3F48-B70F-42C7-92E6-46672A94A5C7}">
      <dsp:nvSpPr>
        <dsp:cNvPr id="0" name=""/>
        <dsp:cNvSpPr/>
      </dsp:nvSpPr>
      <dsp:spPr>
        <a:xfrm>
          <a:off x="4130859" y="1386945"/>
          <a:ext cx="6196289" cy="1259416"/>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Char char="•"/>
          </a:pPr>
          <a:r>
            <a:rPr kumimoji="0" lang="en-US" altLang="en-US" sz="1600" b="0" i="0" u="none" strike="noStrike" kern="1200" cap="none" normalizeH="0" baseline="0">
              <a:ln/>
              <a:effectLst/>
              <a:latin typeface="Arial" panose="020B0604020202020204" pitchFamily="34" charset="0"/>
            </a:rPr>
            <a:t>Allows for the secure transmission of sensitive data for national security, journalism, or corporate intelligence without attracting suspicion</a:t>
          </a:r>
          <a:endParaRPr lang="en-IN" sz="1600" kern="1200" dirty="0"/>
        </a:p>
      </dsp:txBody>
      <dsp:txXfrm>
        <a:off x="4130859" y="1544372"/>
        <a:ext cx="5724008" cy="944562"/>
      </dsp:txXfrm>
    </dsp:sp>
    <dsp:sp modelId="{98A9DB95-528B-47BE-B4AF-D2C3A4FA0ECB}">
      <dsp:nvSpPr>
        <dsp:cNvPr id="0" name=""/>
        <dsp:cNvSpPr/>
      </dsp:nvSpPr>
      <dsp:spPr>
        <a:xfrm>
          <a:off x="0" y="1386945"/>
          <a:ext cx="4130859" cy="1259416"/>
        </a:xfrm>
        <a:prstGeom prst="roundRect">
          <a:avLst/>
        </a:prstGeom>
        <a:gradFill rotWithShape="0">
          <a:gsLst>
            <a:gs pos="0">
              <a:schemeClr val="accent1">
                <a:shade val="80000"/>
                <a:hueOff val="181866"/>
                <a:satOff val="-18964"/>
                <a:lumOff val="12740"/>
                <a:alphaOff val="0"/>
                <a:satMod val="103000"/>
                <a:lumMod val="102000"/>
                <a:tint val="94000"/>
              </a:schemeClr>
            </a:gs>
            <a:gs pos="50000">
              <a:schemeClr val="accent1">
                <a:shade val="80000"/>
                <a:hueOff val="181866"/>
                <a:satOff val="-18964"/>
                <a:lumOff val="12740"/>
                <a:alphaOff val="0"/>
                <a:satMod val="110000"/>
                <a:lumMod val="100000"/>
                <a:shade val="100000"/>
              </a:schemeClr>
            </a:gs>
            <a:gs pos="100000">
              <a:schemeClr val="accent1">
                <a:shade val="80000"/>
                <a:hueOff val="181866"/>
                <a:satOff val="-18964"/>
                <a:lumOff val="1274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3350" tIns="66675" rIns="133350" bIns="66675" numCol="1" spcCol="1270" anchor="ctr" anchorCtr="0">
          <a:noAutofit/>
        </a:bodyPr>
        <a:lstStyle/>
        <a:p>
          <a:pPr marL="0" lvl="0" indent="0" algn="ctr" defTabSz="1555750">
            <a:lnSpc>
              <a:spcPct val="90000"/>
            </a:lnSpc>
            <a:spcBef>
              <a:spcPct val="0"/>
            </a:spcBef>
            <a:spcAft>
              <a:spcPct val="35000"/>
            </a:spcAft>
            <a:buNone/>
          </a:pPr>
          <a:r>
            <a:rPr kumimoji="0" lang="en-US" altLang="en-US" sz="3500" b="1" i="0" u="none" strike="noStrike" kern="1200" cap="none" normalizeH="0" baseline="0">
              <a:ln/>
              <a:effectLst/>
              <a:latin typeface="Arial" panose="020B0604020202020204" pitchFamily="34" charset="0"/>
            </a:rPr>
            <a:t>Covert Communication</a:t>
          </a:r>
          <a:endParaRPr lang="en-IN" sz="3500" kern="1200" dirty="0"/>
        </a:p>
      </dsp:txBody>
      <dsp:txXfrm>
        <a:off x="61480" y="1448425"/>
        <a:ext cx="4007899" cy="1136456"/>
      </dsp:txXfrm>
    </dsp:sp>
    <dsp:sp modelId="{3FD5FC99-E8E3-4682-898E-239450B36463}">
      <dsp:nvSpPr>
        <dsp:cNvPr id="0" name=""/>
        <dsp:cNvSpPr/>
      </dsp:nvSpPr>
      <dsp:spPr>
        <a:xfrm>
          <a:off x="4130859" y="2772304"/>
          <a:ext cx="6196289" cy="1259416"/>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ClrTx/>
            <a:buSzTx/>
            <a:buFontTx/>
            <a:buChar char="•"/>
          </a:pPr>
          <a:r>
            <a:rPr kumimoji="0" lang="en-US" altLang="en-US" sz="1600" b="0" i="0" u="none" strike="noStrike" kern="1200" cap="none" normalizeH="0" baseline="0">
              <a:ln/>
              <a:effectLst/>
              <a:latin typeface="Arial" panose="020B0604020202020204" pitchFamily="34" charset="0"/>
            </a:rPr>
            <a:t>Enables creators to embed invisible signatures in their work to prove ownership and protect intellectual property.</a:t>
          </a:r>
          <a:endParaRPr lang="en-IN" sz="1600" kern="1200" dirty="0"/>
        </a:p>
      </dsp:txBody>
      <dsp:txXfrm>
        <a:off x="4130859" y="2929731"/>
        <a:ext cx="5724008" cy="944562"/>
      </dsp:txXfrm>
    </dsp:sp>
    <dsp:sp modelId="{E5677E73-CEB5-4793-A901-FE1F801CD543}">
      <dsp:nvSpPr>
        <dsp:cNvPr id="0" name=""/>
        <dsp:cNvSpPr/>
      </dsp:nvSpPr>
      <dsp:spPr>
        <a:xfrm>
          <a:off x="0" y="2772304"/>
          <a:ext cx="4130859" cy="1259416"/>
        </a:xfrm>
        <a:prstGeom prst="roundRect">
          <a:avLst/>
        </a:prstGeom>
        <a:gradFill rotWithShape="0">
          <a:gsLst>
            <a:gs pos="0">
              <a:schemeClr val="accent1">
                <a:shade val="80000"/>
                <a:hueOff val="363732"/>
                <a:satOff val="-37928"/>
                <a:lumOff val="25481"/>
                <a:alphaOff val="0"/>
                <a:satMod val="103000"/>
                <a:lumMod val="102000"/>
                <a:tint val="94000"/>
              </a:schemeClr>
            </a:gs>
            <a:gs pos="50000">
              <a:schemeClr val="accent1">
                <a:shade val="80000"/>
                <a:hueOff val="363732"/>
                <a:satOff val="-37928"/>
                <a:lumOff val="25481"/>
                <a:alphaOff val="0"/>
                <a:satMod val="110000"/>
                <a:lumMod val="100000"/>
                <a:shade val="100000"/>
              </a:schemeClr>
            </a:gs>
            <a:gs pos="100000">
              <a:schemeClr val="accent1">
                <a:shade val="80000"/>
                <a:hueOff val="363732"/>
                <a:satOff val="-37928"/>
                <a:lumOff val="2548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3350" tIns="66675" rIns="133350" bIns="66675" numCol="1" spcCol="1270" anchor="ctr" anchorCtr="0">
          <a:noAutofit/>
        </a:bodyPr>
        <a:lstStyle/>
        <a:p>
          <a:pPr marL="0" lvl="0" indent="0" algn="ctr" defTabSz="1555750">
            <a:lnSpc>
              <a:spcPct val="90000"/>
            </a:lnSpc>
            <a:spcBef>
              <a:spcPct val="0"/>
            </a:spcBef>
            <a:spcAft>
              <a:spcPct val="35000"/>
            </a:spcAft>
            <a:buNone/>
          </a:pPr>
          <a:r>
            <a:rPr kumimoji="0" lang="en-US" altLang="en-US" sz="3500" b="1" i="0" u="none" strike="noStrike" kern="1200" cap="none" normalizeH="0" baseline="0" dirty="0">
              <a:ln/>
              <a:effectLst/>
              <a:latin typeface="Arial" panose="020B0604020202020204" pitchFamily="34" charset="0"/>
            </a:rPr>
            <a:t>Digital Watermarking</a:t>
          </a:r>
          <a:endParaRPr lang="en-IN" sz="3500" kern="1200" dirty="0"/>
        </a:p>
      </dsp:txBody>
      <dsp:txXfrm>
        <a:off x="61480" y="2833784"/>
        <a:ext cx="4007899" cy="1136456"/>
      </dsp:txXfrm>
    </dsp:sp>
    <dsp:sp modelId="{CCF43DC3-EC1C-4D64-A027-881410692767}">
      <dsp:nvSpPr>
        <dsp:cNvPr id="0" name=""/>
        <dsp:cNvSpPr/>
      </dsp:nvSpPr>
      <dsp:spPr>
        <a:xfrm>
          <a:off x="4130859" y="4157662"/>
          <a:ext cx="6196289" cy="1259416"/>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ClrTx/>
            <a:buSzTx/>
            <a:buFontTx/>
            <a:buChar char="•"/>
          </a:pPr>
          <a:r>
            <a:rPr kumimoji="0" lang="en-US" altLang="en-US" sz="1600" b="0" i="0" u="none" strike="noStrike" kern="1200" cap="none" normalizeH="0" baseline="0">
              <a:ln/>
              <a:effectLst/>
              <a:latin typeface="Arial" panose="020B0604020202020204" pitchFamily="34" charset="0"/>
            </a:rPr>
            <a:t>Modern steganography uses AI (deep learning) to automate the hiding process.</a:t>
          </a:r>
          <a:endParaRPr lang="en-IN" sz="1600" kern="1200" dirty="0"/>
        </a:p>
        <a:p>
          <a:pPr marL="171450" lvl="1" indent="-171450" algn="l" defTabSz="711200">
            <a:lnSpc>
              <a:spcPct val="90000"/>
            </a:lnSpc>
            <a:spcBef>
              <a:spcPct val="0"/>
            </a:spcBef>
            <a:spcAft>
              <a:spcPct val="15000"/>
            </a:spcAft>
            <a:buClrTx/>
            <a:buSzTx/>
            <a:buFontTx/>
            <a:buChar char="•"/>
          </a:pPr>
          <a:r>
            <a:rPr kumimoji="0" lang="en-US" altLang="en-US" sz="1600" b="0" i="0" u="none" strike="noStrike" kern="1200" cap="none" normalizeH="0" baseline="0">
              <a:ln/>
              <a:effectLst/>
              <a:latin typeface="Arial" panose="020B0604020202020204" pitchFamily="34" charset="0"/>
            </a:rPr>
            <a:t>AI models can achieve better imperceptibility and robustness than traditional methods.</a:t>
          </a:r>
          <a:endParaRPr kumimoji="0" lang="en-US" altLang="en-US" sz="1600" b="0" i="0" u="none" strike="noStrike" kern="1200" cap="none" normalizeH="0" baseline="0" dirty="0">
            <a:ln/>
            <a:effectLst/>
            <a:latin typeface="Arial" panose="020B0604020202020204" pitchFamily="34" charset="0"/>
          </a:endParaRPr>
        </a:p>
      </dsp:txBody>
      <dsp:txXfrm>
        <a:off x="4130859" y="4315089"/>
        <a:ext cx="5724008" cy="944562"/>
      </dsp:txXfrm>
    </dsp:sp>
    <dsp:sp modelId="{4BBC4EE7-0732-4B46-8C55-E7795E4075A4}">
      <dsp:nvSpPr>
        <dsp:cNvPr id="0" name=""/>
        <dsp:cNvSpPr/>
      </dsp:nvSpPr>
      <dsp:spPr>
        <a:xfrm>
          <a:off x="0" y="4157662"/>
          <a:ext cx="4130859" cy="1259416"/>
        </a:xfrm>
        <a:prstGeom prst="roundRect">
          <a:avLst/>
        </a:prstGeom>
        <a:gradFill rotWithShape="0">
          <a:gsLst>
            <a:gs pos="0">
              <a:schemeClr val="accent1">
                <a:shade val="80000"/>
                <a:hueOff val="545598"/>
                <a:satOff val="-56892"/>
                <a:lumOff val="38221"/>
                <a:alphaOff val="0"/>
                <a:satMod val="103000"/>
                <a:lumMod val="102000"/>
                <a:tint val="94000"/>
              </a:schemeClr>
            </a:gs>
            <a:gs pos="50000">
              <a:schemeClr val="accent1">
                <a:shade val="80000"/>
                <a:hueOff val="545598"/>
                <a:satOff val="-56892"/>
                <a:lumOff val="38221"/>
                <a:alphaOff val="0"/>
                <a:satMod val="110000"/>
                <a:lumMod val="100000"/>
                <a:shade val="100000"/>
              </a:schemeClr>
            </a:gs>
            <a:gs pos="100000">
              <a:schemeClr val="accent1">
                <a:shade val="80000"/>
                <a:hueOff val="545598"/>
                <a:satOff val="-56892"/>
                <a:lumOff val="3822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3350" tIns="66675" rIns="133350" bIns="66675" numCol="1" spcCol="1270" anchor="ctr" anchorCtr="0">
          <a:noAutofit/>
        </a:bodyPr>
        <a:lstStyle/>
        <a:p>
          <a:pPr marL="0" lvl="0" indent="0" algn="ctr" defTabSz="1555750">
            <a:lnSpc>
              <a:spcPct val="90000"/>
            </a:lnSpc>
            <a:spcBef>
              <a:spcPct val="0"/>
            </a:spcBef>
            <a:spcAft>
              <a:spcPct val="35000"/>
            </a:spcAft>
            <a:buClrTx/>
            <a:buSzTx/>
            <a:buFontTx/>
            <a:buNone/>
          </a:pPr>
          <a:r>
            <a:rPr kumimoji="0" lang="en-US" altLang="en-US" sz="3500" b="1" i="0" u="none" strike="noStrike" kern="1200" cap="none" normalizeH="0" baseline="0">
              <a:ln/>
              <a:effectLst/>
              <a:latin typeface="Arial" panose="020B0604020202020204" pitchFamily="34" charset="0"/>
            </a:rPr>
            <a:t>The Rise of Deep Learning</a:t>
          </a:r>
          <a:endParaRPr lang="en-IN" sz="3500" kern="1200" dirty="0"/>
        </a:p>
      </dsp:txBody>
      <dsp:txXfrm>
        <a:off x="61480" y="4219142"/>
        <a:ext cx="4007899" cy="11364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7582A0-1C30-4C3E-8CDD-C4EAB19A3F5C}">
      <dsp:nvSpPr>
        <dsp:cNvPr id="0" name=""/>
        <dsp:cNvSpPr/>
      </dsp:nvSpPr>
      <dsp:spPr>
        <a:xfrm>
          <a:off x="0" y="0"/>
          <a:ext cx="957989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EF9A2F-78F7-4D2F-9858-C163839EF13C}">
      <dsp:nvSpPr>
        <dsp:cNvPr id="0" name=""/>
        <dsp:cNvSpPr/>
      </dsp:nvSpPr>
      <dsp:spPr>
        <a:xfrm>
          <a:off x="0" y="2398"/>
          <a:ext cx="1915979" cy="16354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ClrTx/>
            <a:buSzTx/>
            <a:buFontTx/>
            <a:buNone/>
          </a:pPr>
          <a:r>
            <a:rPr kumimoji="0" lang="en-US" altLang="en-US" sz="1800" b="1" i="0" u="none" strike="noStrike" kern="1200" cap="none" normalizeH="0" baseline="0" dirty="0">
              <a:ln>
                <a:noFill/>
              </a:ln>
              <a:solidFill>
                <a:schemeClr val="tx1"/>
              </a:solidFill>
              <a:effectLst/>
              <a:latin typeface="Arial" panose="020B0604020202020204" pitchFamily="34" charset="0"/>
            </a:rPr>
            <a:t>Traditional Approach: Convolutional Neural Networks (CNNs)</a:t>
          </a:r>
          <a:endParaRPr lang="en-IN" sz="1800" kern="1200" dirty="0"/>
        </a:p>
      </dsp:txBody>
      <dsp:txXfrm>
        <a:off x="0" y="2398"/>
        <a:ext cx="1915979" cy="1635472"/>
      </dsp:txXfrm>
    </dsp:sp>
    <dsp:sp modelId="{A0E92F4D-15C8-4472-9105-712D163C63C9}">
      <dsp:nvSpPr>
        <dsp:cNvPr id="0" name=""/>
        <dsp:cNvSpPr/>
      </dsp:nvSpPr>
      <dsp:spPr>
        <a:xfrm>
          <a:off x="2059677" y="76665"/>
          <a:ext cx="7520219" cy="1485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ClrTx/>
            <a:buSzTx/>
            <a:buFontTx/>
            <a:buNone/>
          </a:pPr>
          <a:r>
            <a:rPr kumimoji="0" lang="en-US" altLang="en-US" sz="2200" b="0" i="0" u="none" strike="noStrike" kern="1200" cap="none" normalizeH="0" baseline="0" dirty="0">
              <a:ln>
                <a:noFill/>
              </a:ln>
              <a:solidFill>
                <a:schemeClr val="tx1"/>
              </a:solidFill>
              <a:effectLst/>
              <a:latin typeface="Arial" panose="020B0604020202020204" pitchFamily="34" charset="0"/>
            </a:rPr>
            <a:t>Most early deep learning steganography models were built using CNNs.   </a:t>
          </a:r>
          <a:endParaRPr lang="en-IN" sz="2200" kern="1200" dirty="0"/>
        </a:p>
      </dsp:txBody>
      <dsp:txXfrm>
        <a:off x="2059677" y="76665"/>
        <a:ext cx="7520219" cy="1485341"/>
      </dsp:txXfrm>
    </dsp:sp>
    <dsp:sp modelId="{998D868E-3C46-4A48-9032-67E1D96E99F3}">
      <dsp:nvSpPr>
        <dsp:cNvPr id="0" name=""/>
        <dsp:cNvSpPr/>
      </dsp:nvSpPr>
      <dsp:spPr>
        <a:xfrm>
          <a:off x="1915979" y="1562006"/>
          <a:ext cx="7663917"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DCA018F-D3D1-4F61-A7D4-87E35C57A5D1}">
      <dsp:nvSpPr>
        <dsp:cNvPr id="0" name=""/>
        <dsp:cNvSpPr/>
      </dsp:nvSpPr>
      <dsp:spPr>
        <a:xfrm>
          <a:off x="0" y="1637870"/>
          <a:ext cx="957989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E4277C-31E3-4595-96D8-B00603A3FB73}">
      <dsp:nvSpPr>
        <dsp:cNvPr id="0" name=""/>
        <dsp:cNvSpPr/>
      </dsp:nvSpPr>
      <dsp:spPr>
        <a:xfrm>
          <a:off x="0" y="1637870"/>
          <a:ext cx="1915979" cy="16354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kumimoji="0" lang="en-US" altLang="en-US" sz="1800" b="1" i="0" u="none" strike="noStrike" kern="1200" cap="none" normalizeH="0" baseline="0" dirty="0">
              <a:ln>
                <a:noFill/>
              </a:ln>
              <a:solidFill>
                <a:schemeClr val="tx1"/>
              </a:solidFill>
              <a:effectLst/>
              <a:latin typeface="Arial" panose="020B0604020202020204" pitchFamily="34" charset="0"/>
            </a:rPr>
            <a:t>Limitation:</a:t>
          </a:r>
          <a:endParaRPr lang="en-IN" sz="1800" kern="1200" dirty="0"/>
        </a:p>
      </dsp:txBody>
      <dsp:txXfrm>
        <a:off x="0" y="1637870"/>
        <a:ext cx="1915979" cy="1635472"/>
      </dsp:txXfrm>
    </dsp:sp>
    <dsp:sp modelId="{209AE693-C93F-49FE-8E54-0F7606FF9FD6}">
      <dsp:nvSpPr>
        <dsp:cNvPr id="0" name=""/>
        <dsp:cNvSpPr/>
      </dsp:nvSpPr>
      <dsp:spPr>
        <a:xfrm>
          <a:off x="2059677" y="1712137"/>
          <a:ext cx="7520219" cy="1485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kumimoji="0" lang="en-US" altLang="en-US" sz="2200" b="0" i="0" u="none" strike="noStrike" kern="1200" cap="none" normalizeH="0" baseline="0" dirty="0">
              <a:ln>
                <a:noFill/>
              </a:ln>
              <a:solidFill>
                <a:schemeClr val="tx1"/>
              </a:solidFill>
              <a:effectLst/>
              <a:latin typeface="Arial" panose="020B0604020202020204" pitchFamily="34" charset="0"/>
            </a:rPr>
            <a:t>CNNs process images using small, localized filters. This gives them a limited "field of view" (receptive field).</a:t>
          </a:r>
          <a:endParaRPr lang="en-IN" sz="2200" kern="1200" dirty="0"/>
        </a:p>
      </dsp:txBody>
      <dsp:txXfrm>
        <a:off x="2059677" y="1712137"/>
        <a:ext cx="7520219" cy="1485341"/>
      </dsp:txXfrm>
    </dsp:sp>
    <dsp:sp modelId="{46B77ABB-6018-4A22-BC2E-86B00BF8445F}">
      <dsp:nvSpPr>
        <dsp:cNvPr id="0" name=""/>
        <dsp:cNvSpPr/>
      </dsp:nvSpPr>
      <dsp:spPr>
        <a:xfrm>
          <a:off x="1915979" y="3197478"/>
          <a:ext cx="7663917"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F23523-E2C7-41BA-8DB6-C4A78813C073}">
      <dsp:nvSpPr>
        <dsp:cNvPr id="0" name=""/>
        <dsp:cNvSpPr/>
      </dsp:nvSpPr>
      <dsp:spPr>
        <a:xfrm>
          <a:off x="0" y="3273342"/>
          <a:ext cx="957989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8ED4DF-A778-4AC7-9465-1F76C9887379}">
      <dsp:nvSpPr>
        <dsp:cNvPr id="0" name=""/>
        <dsp:cNvSpPr/>
      </dsp:nvSpPr>
      <dsp:spPr>
        <a:xfrm>
          <a:off x="0" y="3273342"/>
          <a:ext cx="1915979" cy="16354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kumimoji="0" lang="en-US" altLang="en-US" sz="1800" b="1" i="0" u="none" strike="noStrike" kern="1200" cap="none" normalizeH="0" baseline="0" dirty="0">
              <a:ln>
                <a:noFill/>
              </a:ln>
              <a:solidFill>
                <a:schemeClr val="tx1"/>
              </a:solidFill>
              <a:effectLst/>
              <a:latin typeface="Arial" panose="020B0604020202020204" pitchFamily="34" charset="0"/>
            </a:rPr>
            <a:t>Consequence:</a:t>
          </a:r>
          <a:r>
            <a:rPr kumimoji="0" lang="en-US" altLang="en-US" sz="1800" b="0" i="0" u="none" strike="noStrike" kern="1200" cap="none" normalizeH="0" baseline="0" dirty="0">
              <a:ln>
                <a:noFill/>
              </a:ln>
              <a:solidFill>
                <a:schemeClr val="tx1"/>
              </a:solidFill>
              <a:effectLst/>
              <a:latin typeface="Arial" panose="020B0604020202020204" pitchFamily="34" charset="0"/>
            </a:rPr>
            <a:t> </a:t>
          </a:r>
          <a:endParaRPr lang="en-IN" sz="1800" kern="1200" dirty="0"/>
        </a:p>
      </dsp:txBody>
      <dsp:txXfrm>
        <a:off x="0" y="3273342"/>
        <a:ext cx="1915979" cy="1635472"/>
      </dsp:txXfrm>
    </dsp:sp>
    <dsp:sp modelId="{598D1176-FA51-48AF-AC53-C65360DE277E}">
      <dsp:nvSpPr>
        <dsp:cNvPr id="0" name=""/>
        <dsp:cNvSpPr/>
      </dsp:nvSpPr>
      <dsp:spPr>
        <a:xfrm>
          <a:off x="2059677" y="3347609"/>
          <a:ext cx="7520219" cy="1485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ClrTx/>
            <a:buSzTx/>
            <a:buFontTx/>
            <a:buNone/>
          </a:pPr>
          <a:r>
            <a:rPr kumimoji="0" lang="en-US" altLang="en-US" sz="2200" b="0" i="0" u="none" strike="noStrike" kern="1200" cap="none" normalizeH="0" baseline="0" dirty="0">
              <a:ln>
                <a:noFill/>
              </a:ln>
              <a:solidFill>
                <a:schemeClr val="tx1"/>
              </a:solidFill>
              <a:effectLst/>
              <a:latin typeface="Arial" panose="020B0604020202020204" pitchFamily="34" charset="0"/>
            </a:rPr>
            <a:t>They struggle to understand the global context of an image and often fail to properly reconstruct complex textures (like feathers or water), which are the best places to hide data. This leads to visible artifacts and lower </a:t>
          </a:r>
          <a:r>
            <a:rPr kumimoji="0" lang="en-US" altLang="en-US" sz="2200" b="0" i="0" u="none" strike="noStrike" kern="1200" cap="none" normalizeH="0" baseline="0">
              <a:ln>
                <a:noFill/>
              </a:ln>
              <a:solidFill>
                <a:schemeClr val="tx1"/>
              </a:solidFill>
              <a:effectLst/>
              <a:latin typeface="Arial" panose="020B0604020202020204" pitchFamily="34" charset="0"/>
            </a:rPr>
            <a:t>imperceptibility.</a:t>
          </a:r>
          <a:endParaRPr lang="en-IN" sz="2200" kern="1200" dirty="0"/>
        </a:p>
      </dsp:txBody>
      <dsp:txXfrm>
        <a:off x="2059677" y="3347609"/>
        <a:ext cx="7520219" cy="1485341"/>
      </dsp:txXfrm>
    </dsp:sp>
    <dsp:sp modelId="{D653FCD3-C1EA-493D-BCA1-208AFBF3352E}">
      <dsp:nvSpPr>
        <dsp:cNvPr id="0" name=""/>
        <dsp:cNvSpPr/>
      </dsp:nvSpPr>
      <dsp:spPr>
        <a:xfrm>
          <a:off x="1915979" y="4832950"/>
          <a:ext cx="7663917"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33C527-23A8-4FC3-98D5-AFCADB523BF7}">
      <dsp:nvSpPr>
        <dsp:cNvPr id="0" name=""/>
        <dsp:cNvSpPr/>
      </dsp:nvSpPr>
      <dsp:spPr>
        <a:xfrm rot="5400000">
          <a:off x="-332373" y="333668"/>
          <a:ext cx="2215825" cy="1551077"/>
        </a:xfrm>
        <a:prstGeom prst="chevron">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w="12700" cap="flat" cmpd="sng" algn="ctr">
          <a:solidFill>
            <a:schemeClr val="accent1">
              <a:shade val="80000"/>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kumimoji="0" lang="en-US" altLang="en-US" sz="2200" b="1" i="0" u="none" strike="noStrike" kern="1200" cap="none" normalizeH="0" baseline="0">
              <a:ln/>
              <a:effectLst/>
              <a:latin typeface="Arial" panose="020B0604020202020204" pitchFamily="34" charset="0"/>
            </a:rPr>
            <a:t>How it Works</a:t>
          </a:r>
          <a:endParaRPr lang="en-IN" sz="2200" kern="1200" dirty="0"/>
        </a:p>
      </dsp:txBody>
      <dsp:txXfrm rot="-5400000">
        <a:off x="2" y="776833"/>
        <a:ext cx="1551077" cy="664748"/>
      </dsp:txXfrm>
    </dsp:sp>
    <dsp:sp modelId="{7E3EF14F-6379-41A6-B0F5-5BDFE33EFD07}">
      <dsp:nvSpPr>
        <dsp:cNvPr id="0" name=""/>
        <dsp:cNvSpPr/>
      </dsp:nvSpPr>
      <dsp:spPr>
        <a:xfrm rot="5400000">
          <a:off x="5125563" y="-3573191"/>
          <a:ext cx="1440286" cy="8589258"/>
        </a:xfrm>
        <a:prstGeom prst="round2SameRect">
          <a:avLst/>
        </a:prstGeom>
        <a:solidFill>
          <a:schemeClr val="lt1">
            <a:alpha val="9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a:lnSpc>
              <a:spcPct val="90000"/>
            </a:lnSpc>
            <a:spcBef>
              <a:spcPct val="0"/>
            </a:spcBef>
            <a:spcAft>
              <a:spcPct val="15000"/>
            </a:spcAft>
            <a:buChar char="•"/>
          </a:pPr>
          <a:r>
            <a:rPr kumimoji="0" lang="en-US" altLang="en-US" sz="2300" b="0" i="0" u="none" strike="noStrike" kern="1200" cap="none" normalizeH="0" baseline="0">
              <a:ln/>
              <a:effectLst/>
              <a:latin typeface="Arial" panose="020B0604020202020204" pitchFamily="34" charset="0"/>
            </a:rPr>
            <a:t>ViT treats an image as a sequence of patches and uses a "self-attention" mechanism to compare every patch with every other patch simultaneously.   </a:t>
          </a:r>
          <a:endParaRPr lang="en-IN" sz="2300" kern="1200" dirty="0"/>
        </a:p>
      </dsp:txBody>
      <dsp:txXfrm rot="-5400000">
        <a:off x="1551078" y="71603"/>
        <a:ext cx="8518949" cy="1299668"/>
      </dsp:txXfrm>
    </dsp:sp>
    <dsp:sp modelId="{DA451E37-43C5-4A66-86E0-143AC02E6E2F}">
      <dsp:nvSpPr>
        <dsp:cNvPr id="0" name=""/>
        <dsp:cNvSpPr/>
      </dsp:nvSpPr>
      <dsp:spPr>
        <a:xfrm rot="5400000">
          <a:off x="-332373" y="2263344"/>
          <a:ext cx="2215825" cy="1551077"/>
        </a:xfrm>
        <a:prstGeom prst="chevron">
          <a:avLst/>
        </a:prstGeom>
        <a:gradFill rotWithShape="0">
          <a:gsLst>
            <a:gs pos="0">
              <a:schemeClr val="accent1">
                <a:shade val="80000"/>
                <a:hueOff val="545598"/>
                <a:satOff val="-56892"/>
                <a:lumOff val="38221"/>
                <a:alphaOff val="0"/>
                <a:satMod val="103000"/>
                <a:lumMod val="102000"/>
                <a:tint val="94000"/>
              </a:schemeClr>
            </a:gs>
            <a:gs pos="50000">
              <a:schemeClr val="accent1">
                <a:shade val="80000"/>
                <a:hueOff val="545598"/>
                <a:satOff val="-56892"/>
                <a:lumOff val="38221"/>
                <a:alphaOff val="0"/>
                <a:satMod val="110000"/>
                <a:lumMod val="100000"/>
                <a:shade val="100000"/>
              </a:schemeClr>
            </a:gs>
            <a:gs pos="100000">
              <a:schemeClr val="accent1">
                <a:shade val="80000"/>
                <a:hueOff val="545598"/>
                <a:satOff val="-56892"/>
                <a:lumOff val="38221"/>
                <a:alphaOff val="0"/>
                <a:lumMod val="99000"/>
                <a:satMod val="120000"/>
                <a:shade val="78000"/>
              </a:schemeClr>
            </a:gs>
          </a:gsLst>
          <a:lin ang="5400000" scaled="0"/>
        </a:gradFill>
        <a:ln w="12700" cap="flat" cmpd="sng" algn="ctr">
          <a:solidFill>
            <a:schemeClr val="accent1">
              <a:shade val="80000"/>
              <a:hueOff val="545598"/>
              <a:satOff val="-56892"/>
              <a:lumOff val="38221"/>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kumimoji="0" lang="en-US" altLang="en-US" sz="2200" b="1" i="0" u="none" strike="noStrike" kern="1200" cap="none" normalizeH="0" baseline="0">
              <a:ln/>
              <a:effectLst/>
              <a:latin typeface="Arial" panose="020B0604020202020204" pitchFamily="34" charset="0"/>
            </a:rPr>
            <a:t>Advantage:</a:t>
          </a:r>
          <a:r>
            <a:rPr kumimoji="0" lang="en-US" altLang="en-US" sz="2200" b="0" i="0" u="none" strike="noStrike" kern="1200" cap="none" normalizeH="0" baseline="0">
              <a:ln/>
              <a:effectLst/>
              <a:latin typeface="Arial" panose="020B0604020202020204" pitchFamily="34" charset="0"/>
            </a:rPr>
            <a:t> </a:t>
          </a:r>
          <a:endParaRPr lang="en-IN" sz="2200" kern="1200" dirty="0"/>
        </a:p>
      </dsp:txBody>
      <dsp:txXfrm rot="-5400000">
        <a:off x="2" y="2706509"/>
        <a:ext cx="1551077" cy="664748"/>
      </dsp:txXfrm>
    </dsp:sp>
    <dsp:sp modelId="{3C98BAA6-3632-4374-AD40-BBD17DBE5FE9}">
      <dsp:nvSpPr>
        <dsp:cNvPr id="0" name=""/>
        <dsp:cNvSpPr/>
      </dsp:nvSpPr>
      <dsp:spPr>
        <a:xfrm rot="5400000">
          <a:off x="5125563" y="-1643515"/>
          <a:ext cx="1440286" cy="8589258"/>
        </a:xfrm>
        <a:prstGeom prst="round2SameRect">
          <a:avLst/>
        </a:prstGeom>
        <a:solidFill>
          <a:schemeClr val="lt1">
            <a:alpha val="90000"/>
            <a:hueOff val="0"/>
            <a:satOff val="0"/>
            <a:lumOff val="0"/>
            <a:alphaOff val="0"/>
          </a:schemeClr>
        </a:solidFill>
        <a:ln w="12700" cap="flat" cmpd="sng" algn="ctr">
          <a:solidFill>
            <a:schemeClr val="accent1">
              <a:shade val="80000"/>
              <a:hueOff val="545598"/>
              <a:satOff val="-56892"/>
              <a:lumOff val="3822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a:lnSpc>
              <a:spcPct val="90000"/>
            </a:lnSpc>
            <a:spcBef>
              <a:spcPct val="0"/>
            </a:spcBef>
            <a:spcAft>
              <a:spcPct val="15000"/>
            </a:spcAft>
            <a:buClrTx/>
            <a:buSzTx/>
            <a:buFontTx/>
            <a:buChar char="•"/>
          </a:pPr>
          <a:r>
            <a:rPr kumimoji="0" lang="en-US" altLang="en-US" sz="2300" b="0" i="0" u="none" strike="noStrike" kern="1200" cap="none" normalizeH="0" baseline="0">
              <a:ln/>
              <a:effectLst/>
              <a:latin typeface="Arial" panose="020B0604020202020204" pitchFamily="34" charset="0"/>
            </a:rPr>
            <a:t>This provides a true global understanding of the image, allowing the model to identify the most suitable and complex regions for embedding data, significantly improving imperceptibility over CNNs.</a:t>
          </a:r>
          <a:endParaRPr lang="en-IN" sz="2300" kern="1200" dirty="0"/>
        </a:p>
      </dsp:txBody>
      <dsp:txXfrm rot="-5400000">
        <a:off x="1551078" y="2001279"/>
        <a:ext cx="8518949" cy="1299668"/>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17-02-2026</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17-02-2026</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524000" y="2934586"/>
            <a:ext cx="9144000" cy="978194"/>
          </a:xfrm>
        </p:spPr>
        <p:txBody>
          <a:bodyPr/>
          <a:lstStyle/>
          <a:p>
            <a:r>
              <a:rPr lang="en-IN" dirty="0"/>
              <a:t>Image Steganography</a:t>
            </a:r>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7"/>
            <a:ext cx="3239387" cy="1222744"/>
          </a:xfrm>
        </p:spPr>
        <p:txBody>
          <a:bodyPr/>
          <a:lstStyle/>
          <a:p>
            <a:r>
              <a:rPr lang="en-IN" dirty="0"/>
              <a:t>Submitted By:</a:t>
            </a:r>
            <a:br>
              <a:rPr lang="en-IN" dirty="0"/>
            </a:br>
            <a:r>
              <a:rPr lang="en-IN" dirty="0"/>
              <a:t>Anirudh Arora</a:t>
            </a:r>
          </a:p>
          <a:p>
            <a:r>
              <a:rPr lang="en-IN" dirty="0"/>
              <a:t>23FE10CSE00637</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Dr. Neha Janu</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a:lstStyle/>
          <a:p>
            <a:pPr>
              <a:buFont typeface="Wingdings" panose="05000000000000000000" pitchFamily="2" charset="2"/>
              <a:buChar char="v"/>
            </a:pPr>
            <a:r>
              <a:rPr lang="en-IN" dirty="0"/>
              <a:t>Introduction</a:t>
            </a:r>
          </a:p>
          <a:p>
            <a:pPr>
              <a:buFont typeface="Wingdings" panose="05000000000000000000" pitchFamily="2" charset="2"/>
              <a:buChar char="v"/>
            </a:pPr>
            <a:r>
              <a:rPr lang="en-IN" dirty="0"/>
              <a:t>Literature Review</a:t>
            </a:r>
          </a:p>
          <a:p>
            <a:pPr>
              <a:buFont typeface="Wingdings" panose="05000000000000000000" pitchFamily="2" charset="2"/>
              <a:buChar char="v"/>
            </a:pPr>
            <a:r>
              <a:rPr lang="en-IN" dirty="0"/>
              <a:t>Problem Statement</a:t>
            </a:r>
          </a:p>
          <a:p>
            <a:pPr>
              <a:buFont typeface="Wingdings" panose="05000000000000000000" pitchFamily="2" charset="2"/>
              <a:buChar char="v"/>
            </a:pPr>
            <a:r>
              <a:rPr lang="en-IN" dirty="0"/>
              <a:t>Proposed Solution</a:t>
            </a:r>
          </a:p>
          <a:p>
            <a:pPr>
              <a:buFont typeface="Wingdings" panose="05000000000000000000" pitchFamily="2" charset="2"/>
              <a:buChar char="v"/>
            </a:pPr>
            <a:r>
              <a:rPr lang="en-IN" dirty="0"/>
              <a:t>Objectives</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a:xfrm>
            <a:off x="714476" y="-126488"/>
            <a:ext cx="10515600" cy="1325563"/>
          </a:xfrm>
        </p:spPr>
        <p:txBody>
          <a:bodyPr/>
          <a:lstStyle/>
          <a:p>
            <a:r>
              <a:rPr lang="en-IN" dirty="0"/>
              <a:t>Introduction</a:t>
            </a:r>
          </a:p>
        </p:txBody>
      </p:sp>
      <p:graphicFrame>
        <p:nvGraphicFramePr>
          <p:cNvPr id="6" name="Diagram 5">
            <a:extLst>
              <a:ext uri="{FF2B5EF4-FFF2-40B4-BE49-F238E27FC236}">
                <a16:creationId xmlns:a16="http://schemas.microsoft.com/office/drawing/2014/main" id="{C1DB5167-2021-A362-9E4B-1AFB548B6251}"/>
              </a:ext>
            </a:extLst>
          </p:cNvPr>
          <p:cNvGraphicFramePr/>
          <p:nvPr>
            <p:extLst>
              <p:ext uri="{D42A27DB-BD31-4B8C-83A1-F6EECF244321}">
                <p14:modId xmlns:p14="http://schemas.microsoft.com/office/powerpoint/2010/main" val="3160615663"/>
              </p:ext>
            </p:extLst>
          </p:nvPr>
        </p:nvGraphicFramePr>
        <p:xfrm>
          <a:off x="714476" y="1199075"/>
          <a:ext cx="10327149"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p:txBody>
          <a:bodyPr/>
          <a:lstStyle/>
          <a:p>
            <a:r>
              <a:rPr lang="en-IN" dirty="0"/>
              <a:t>Literature Review</a:t>
            </a:r>
          </a:p>
        </p:txBody>
      </p:sp>
      <p:graphicFrame>
        <p:nvGraphicFramePr>
          <p:cNvPr id="5" name="Diagram 4">
            <a:extLst>
              <a:ext uri="{FF2B5EF4-FFF2-40B4-BE49-F238E27FC236}">
                <a16:creationId xmlns:a16="http://schemas.microsoft.com/office/drawing/2014/main" id="{5E53C781-C5DD-E966-F683-48606D4CAE59}"/>
              </a:ext>
            </a:extLst>
          </p:cNvPr>
          <p:cNvGraphicFramePr/>
          <p:nvPr>
            <p:extLst>
              <p:ext uri="{D42A27DB-BD31-4B8C-83A1-F6EECF244321}">
                <p14:modId xmlns:p14="http://schemas.microsoft.com/office/powerpoint/2010/main" val="2205733873"/>
              </p:ext>
            </p:extLst>
          </p:nvPr>
        </p:nvGraphicFramePr>
        <p:xfrm>
          <a:off x="1137264" y="1581662"/>
          <a:ext cx="9579897" cy="49112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30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950C2-A406-9E1F-109F-6333A68F65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286596-2CB8-E528-8695-02B6804D83B8}"/>
              </a:ext>
            </a:extLst>
          </p:cNvPr>
          <p:cNvSpPr>
            <a:spLocks noGrp="1"/>
          </p:cNvSpPr>
          <p:nvPr>
            <p:ph type="title"/>
          </p:nvPr>
        </p:nvSpPr>
        <p:spPr/>
        <p:txBody>
          <a:bodyPr/>
          <a:lstStyle/>
          <a:p>
            <a:r>
              <a:rPr lang="en-IN" dirty="0"/>
              <a:t>Literature Review</a:t>
            </a:r>
          </a:p>
        </p:txBody>
      </p:sp>
      <p:sp>
        <p:nvSpPr>
          <p:cNvPr id="5" name="Rectangle 2">
            <a:extLst>
              <a:ext uri="{FF2B5EF4-FFF2-40B4-BE49-F238E27FC236}">
                <a16:creationId xmlns:a16="http://schemas.microsoft.com/office/drawing/2014/main" id="{07D7EA8D-0F47-3113-8D49-8EE9C3A3E920}"/>
              </a:ext>
            </a:extLst>
          </p:cNvPr>
          <p:cNvSpPr>
            <a:spLocks noGrp="1" noChangeArrowheads="1"/>
          </p:cNvSpPr>
          <p:nvPr>
            <p:ph idx="1"/>
          </p:nvPr>
        </p:nvSpPr>
        <p:spPr bwMode="auto">
          <a:xfrm>
            <a:off x="463345" y="1456405"/>
            <a:ext cx="1126531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A Major Leap Forward: The Vision Transformer (</a:t>
            </a:r>
            <a:r>
              <a:rPr kumimoji="0" lang="en-US" altLang="en-US" sz="2400" b="1" i="0" u="none" strike="noStrike" cap="none" normalizeH="0" baseline="0" dirty="0" err="1">
                <a:ln>
                  <a:noFill/>
                </a:ln>
                <a:solidFill>
                  <a:schemeClr val="tx1"/>
                </a:solidFill>
                <a:effectLst/>
                <a:latin typeface="Arial" panose="020B0604020202020204" pitchFamily="34" charset="0"/>
              </a:rPr>
              <a:t>ViT</a:t>
            </a:r>
            <a:r>
              <a:rPr kumimoji="0" lang="en-US" altLang="en-US" sz="2400" b="1" i="0" u="none" strike="noStrike" cap="none" normalizeH="0" baseline="0" dirty="0">
                <a:ln>
                  <a:noFill/>
                </a:ln>
                <a:solidFill>
                  <a:schemeClr val="tx1"/>
                </a:solidFill>
                <a:effectLst/>
                <a:latin typeface="Arial" panose="020B0604020202020204" pitchFamily="34" charset="0"/>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base paper, "</a:t>
            </a:r>
            <a:r>
              <a:rPr kumimoji="0" lang="en-US" altLang="en-US" sz="1800" b="0" i="0" u="none" strike="noStrike" cap="none" normalizeH="0" baseline="0" dirty="0" err="1">
                <a:ln>
                  <a:noFill/>
                </a:ln>
                <a:solidFill>
                  <a:schemeClr val="tx1"/>
                </a:solidFill>
                <a:effectLst/>
                <a:latin typeface="Arial" panose="020B0604020202020204" pitchFamily="34" charset="0"/>
              </a:rPr>
              <a:t>TransStego</a:t>
            </a:r>
            <a:r>
              <a:rPr kumimoji="0" lang="en-US" altLang="en-US" sz="1800" b="0" i="0" u="none" strike="noStrike" cap="none" normalizeH="0" baseline="0" dirty="0">
                <a:ln>
                  <a:noFill/>
                </a:ln>
                <a:solidFill>
                  <a:schemeClr val="tx1"/>
                </a:solidFill>
                <a:effectLst/>
                <a:latin typeface="Arial" panose="020B0604020202020204" pitchFamily="34" charset="0"/>
              </a:rPr>
              <a:t>," introduced a </a:t>
            </a:r>
            <a:r>
              <a:rPr kumimoji="0" lang="en-US" altLang="en-US" sz="1800" b="1" i="0" u="none" strike="noStrike" cap="none" normalizeH="0" baseline="0" dirty="0">
                <a:ln>
                  <a:noFill/>
                </a:ln>
                <a:solidFill>
                  <a:schemeClr val="tx1"/>
                </a:solidFill>
                <a:effectLst/>
                <a:latin typeface="Arial" panose="020B0604020202020204" pitchFamily="34" charset="0"/>
              </a:rPr>
              <a:t>Vision Transformer (</a:t>
            </a:r>
            <a:r>
              <a:rPr kumimoji="0" lang="en-US" altLang="en-US" sz="1800" b="1" i="0" u="none" strike="noStrike" cap="none" normalizeH="0" baseline="0" dirty="0" err="1">
                <a:ln>
                  <a:noFill/>
                </a:ln>
                <a:solidFill>
                  <a:schemeClr val="tx1"/>
                </a:solidFill>
                <a:effectLst/>
                <a:latin typeface="Arial" panose="020B0604020202020204" pitchFamily="34" charset="0"/>
              </a:rPr>
              <a:t>ViT</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to solve the CNN problem.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6" name="Diagram 5">
            <a:extLst>
              <a:ext uri="{FF2B5EF4-FFF2-40B4-BE49-F238E27FC236}">
                <a16:creationId xmlns:a16="http://schemas.microsoft.com/office/drawing/2014/main" id="{A0993A26-32F2-414A-41AD-9209DF9C7033}"/>
              </a:ext>
            </a:extLst>
          </p:cNvPr>
          <p:cNvGraphicFramePr/>
          <p:nvPr>
            <p:extLst>
              <p:ext uri="{D42A27DB-BD31-4B8C-83A1-F6EECF244321}">
                <p14:modId xmlns:p14="http://schemas.microsoft.com/office/powerpoint/2010/main" val="1886681127"/>
              </p:ext>
            </p:extLst>
          </p:nvPr>
        </p:nvGraphicFramePr>
        <p:xfrm>
          <a:off x="838200" y="2344785"/>
          <a:ext cx="10140336" cy="41480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3724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p:txBody>
          <a:bodyPr/>
          <a:lstStyle/>
          <a:p>
            <a:pPr marL="0" indent="0">
              <a:buNone/>
            </a:pPr>
            <a:r>
              <a:rPr lang="en-US" dirty="0"/>
              <a:t>While the Vision Transformer (</a:t>
            </a:r>
            <a:r>
              <a:rPr lang="en-US" dirty="0" err="1"/>
              <a:t>ViT</a:t>
            </a:r>
            <a:r>
              <a:rPr lang="en-US" dirty="0"/>
              <a:t>) in the "</a:t>
            </a:r>
            <a:r>
              <a:rPr lang="en-US" dirty="0" err="1"/>
              <a:t>TransStego</a:t>
            </a:r>
            <a:r>
              <a:rPr lang="en-US" dirty="0"/>
              <a:t>" framework offers superior global context, its </a:t>
            </a:r>
            <a:r>
              <a:rPr lang="en-US" b="1" dirty="0"/>
              <a:t>quadratic computational complexity (O(N2))</a:t>
            </a:r>
            <a:r>
              <a:rPr lang="en-US" dirty="0"/>
              <a:t> makes it extremely inefficient and impractical for the high-resolution images common in real-world applications.</a:t>
            </a:r>
            <a:endParaRPr lang="en-IN" dirty="0"/>
          </a:p>
        </p:txBody>
      </p:sp>
    </p:spTree>
    <p:extLst>
      <p:ext uri="{BB962C8B-B14F-4D97-AF65-F5344CB8AC3E}">
        <p14:creationId xmlns:p14="http://schemas.microsoft.com/office/powerpoint/2010/main" val="2374707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dirty="0"/>
              <a:t>Objectives</a:t>
            </a:r>
          </a:p>
        </p:txBody>
      </p:sp>
      <p:sp>
        <p:nvSpPr>
          <p:cNvPr id="4" name="Rectangle 1">
            <a:extLst>
              <a:ext uri="{FF2B5EF4-FFF2-40B4-BE49-F238E27FC236}">
                <a16:creationId xmlns:a16="http://schemas.microsoft.com/office/drawing/2014/main" id="{83FB1BF1-4117-2E96-BE88-97428EAC8DB5}"/>
              </a:ext>
            </a:extLst>
          </p:cNvPr>
          <p:cNvSpPr>
            <a:spLocks noGrp="1" noChangeArrowheads="1"/>
          </p:cNvSpPr>
          <p:nvPr>
            <p:ph idx="1"/>
          </p:nvPr>
        </p:nvSpPr>
        <p:spPr bwMode="auto">
          <a:xfrm>
            <a:off x="936523" y="1580441"/>
            <a:ext cx="9928121" cy="4596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t>To analyze the architectural and </a:t>
            </a:r>
            <a:r>
              <a:rPr lang="en-US" sz="2400" b="1" dirty="0"/>
              <a:t>computational</a:t>
            </a:r>
            <a:r>
              <a:rPr lang="en-US" sz="2400" dirty="0"/>
              <a:t> bottlenecks of the </a:t>
            </a:r>
            <a:r>
              <a:rPr lang="en-US" sz="2400" dirty="0" err="1"/>
              <a:t>ViT</a:t>
            </a:r>
            <a:r>
              <a:rPr lang="en-US" sz="2400" dirty="0"/>
              <a:t>-based "</a:t>
            </a:r>
            <a:r>
              <a:rPr lang="en-US" sz="2400" dirty="0" err="1"/>
              <a:t>TransStego</a:t>
            </a:r>
            <a:r>
              <a:rPr lang="en-US" sz="2400" dirty="0"/>
              <a:t>" framework.</a:t>
            </a:r>
          </a:p>
          <a:p>
            <a:r>
              <a:rPr lang="en-US" sz="2400" dirty="0"/>
              <a:t>To propose and implement a more efficient architecture by replacing the Vision Transformer with a </a:t>
            </a:r>
            <a:r>
              <a:rPr lang="en-US" sz="2400" b="1" dirty="0"/>
              <a:t>Swin Transformer</a:t>
            </a:r>
            <a:r>
              <a:rPr lang="en-US" sz="2400" dirty="0"/>
              <a:t>.</a:t>
            </a:r>
          </a:p>
          <a:p>
            <a:r>
              <a:rPr lang="en-US" sz="2400" dirty="0"/>
              <a:t>To evaluate the proposed </a:t>
            </a:r>
            <a:r>
              <a:rPr lang="en-US" sz="2400" b="1" dirty="0"/>
              <a:t>model's performance </a:t>
            </a:r>
            <a:r>
              <a:rPr lang="en-US" sz="2400" dirty="0"/>
              <a:t>against the original, focusing on improvements in imperceptibility, robustness, and computational efficiency.</a:t>
            </a:r>
          </a:p>
          <a:p>
            <a:r>
              <a:rPr lang="en-US" sz="2400" dirty="0"/>
              <a:t>To demonstrate the </a:t>
            </a:r>
            <a:r>
              <a:rPr lang="en-US" sz="2400" b="1" dirty="0"/>
              <a:t>new model's capability </a:t>
            </a:r>
            <a:r>
              <a:rPr lang="en-US" sz="2400" dirty="0"/>
              <a:t>to perform steganography on high-resolution images, a task that was previously infeasible.</a:t>
            </a:r>
          </a:p>
          <a:p>
            <a:r>
              <a:rPr lang="en-US" sz="2400" dirty="0"/>
              <a:t>To integrate an adversarial training framework with </a:t>
            </a:r>
            <a:r>
              <a:rPr lang="en-US" sz="2400" b="1" dirty="0"/>
              <a:t>mask-guided embedding </a:t>
            </a:r>
            <a:r>
              <a:rPr lang="en-US" sz="2400" dirty="0"/>
              <a:t>to enhance perceptual invisibility and resistance to steganalysis.</a:t>
            </a:r>
          </a:p>
        </p:txBody>
      </p:sp>
    </p:spTree>
    <p:extLst>
      <p:ext uri="{BB962C8B-B14F-4D97-AF65-F5344CB8AC3E}">
        <p14:creationId xmlns:p14="http://schemas.microsoft.com/office/powerpoint/2010/main" val="3547097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a:xfrm>
            <a:off x="838200" y="-136321"/>
            <a:ext cx="10515600" cy="1325563"/>
          </a:xfrm>
        </p:spPr>
        <p:txBody>
          <a:bodyPr/>
          <a:lstStyle/>
          <a:p>
            <a:r>
              <a:rPr lang="en-IN" dirty="0"/>
              <a:t>Proposed Methodology</a:t>
            </a:r>
          </a:p>
        </p:txBody>
      </p:sp>
      <p:sp>
        <p:nvSpPr>
          <p:cNvPr id="5" name="Rectangle 2">
            <a:extLst>
              <a:ext uri="{FF2B5EF4-FFF2-40B4-BE49-F238E27FC236}">
                <a16:creationId xmlns:a16="http://schemas.microsoft.com/office/drawing/2014/main" id="{3356E1E8-FA9E-72A7-6859-87B2BDDC3EB2}"/>
              </a:ext>
            </a:extLst>
          </p:cNvPr>
          <p:cNvSpPr>
            <a:spLocks noGrp="1" noChangeArrowheads="1"/>
          </p:cNvSpPr>
          <p:nvPr>
            <p:ph idx="1"/>
          </p:nvPr>
        </p:nvSpPr>
        <p:spPr bwMode="auto">
          <a:xfrm>
            <a:off x="447368" y="796566"/>
            <a:ext cx="11297264" cy="626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t>Step 1:</a:t>
            </a:r>
          </a:p>
          <a:p>
            <a:pPr marL="0" indent="0">
              <a:buNone/>
            </a:pPr>
            <a:r>
              <a:rPr lang="en-US" sz="1800" b="1" dirty="0"/>
              <a:t> Input Preparation </a:t>
            </a:r>
            <a:r>
              <a:rPr lang="en-US" sz="1800" dirty="0"/>
              <a:t>– Take the cover image and secret binary message as input. Convert the message into a tensor and concatenate it with the image tensor to form the combined input representation.</a:t>
            </a:r>
          </a:p>
          <a:p>
            <a:r>
              <a:rPr lang="en-US" sz="1800" dirty="0"/>
              <a:t>Step 2: </a:t>
            </a:r>
          </a:p>
          <a:p>
            <a:pPr marL="0" indent="0">
              <a:buNone/>
            </a:pPr>
            <a:r>
              <a:rPr lang="en-US" sz="1800" b="1" dirty="0"/>
              <a:t>Hierarchical Feature Extraction</a:t>
            </a:r>
            <a:r>
              <a:rPr lang="en-US" sz="1800" dirty="0"/>
              <a:t> – Pass the combined tensor through the Swin Transformer backbone. Perform self-attention within local windows and apply shifted windows across stages to enable cross-region interaction. Generate multi-scale hierarchical feature maps.</a:t>
            </a:r>
          </a:p>
          <a:p>
            <a:r>
              <a:rPr lang="en-US" sz="1800" dirty="0"/>
              <a:t>Step 3:</a:t>
            </a:r>
          </a:p>
          <a:p>
            <a:pPr marL="0" indent="0">
              <a:buNone/>
            </a:pPr>
            <a:r>
              <a:rPr lang="en-US" sz="1800" b="1" dirty="0"/>
              <a:t> Mask-Guided Adaptive Embedding </a:t>
            </a:r>
            <a:r>
              <a:rPr lang="en-US" sz="1800" dirty="0"/>
              <a:t>– Generate a spatial importance mask to guide embedding. Allocate higher payload capacity to textured regions and reduce embedding strength in smooth regions to improve imperceptibility.</a:t>
            </a:r>
          </a:p>
          <a:p>
            <a:r>
              <a:rPr lang="en-US" sz="1800" dirty="0"/>
              <a:t>Step 4:</a:t>
            </a:r>
          </a:p>
          <a:p>
            <a:pPr marL="0" indent="0">
              <a:buNone/>
            </a:pPr>
            <a:r>
              <a:rPr lang="en-US" sz="1800" dirty="0"/>
              <a:t> </a:t>
            </a:r>
            <a:r>
              <a:rPr lang="en-US" sz="1800" b="1" dirty="0"/>
              <a:t>Residual </a:t>
            </a:r>
            <a:r>
              <a:rPr lang="en-US" sz="1800" b="1" dirty="0" err="1"/>
              <a:t>Stego</a:t>
            </a:r>
            <a:r>
              <a:rPr lang="en-US" sz="1800" b="1" dirty="0"/>
              <a:t> Generation</a:t>
            </a:r>
            <a:r>
              <a:rPr lang="en-US" sz="1800" dirty="0"/>
              <a:t> – Predict a residual perturbation map and add it to the original cover image to produce the final high-quality </a:t>
            </a:r>
            <a:r>
              <a:rPr lang="en-US" sz="1800" dirty="0" err="1"/>
              <a:t>stego</a:t>
            </a:r>
            <a:r>
              <a:rPr lang="en-US" sz="1800" dirty="0"/>
              <a:t> image.</a:t>
            </a:r>
          </a:p>
          <a:p>
            <a:r>
              <a:rPr lang="en-US" sz="1800" dirty="0"/>
              <a:t>Step 5:</a:t>
            </a:r>
          </a:p>
          <a:p>
            <a:pPr marL="0" indent="0">
              <a:buNone/>
            </a:pPr>
            <a:r>
              <a:rPr lang="en-US" sz="1800" b="1" dirty="0"/>
              <a:t> Adversarial Robust Training</a:t>
            </a:r>
            <a:r>
              <a:rPr lang="en-US" sz="1800" dirty="0"/>
              <a:t> – Train the model with a discriminator to enforce image realism. Apply random occlusions, rotations, cropping, and noise during training to improve robustness. Pass attacked </a:t>
            </a:r>
            <a:r>
              <a:rPr lang="en-US" sz="1800" dirty="0" err="1"/>
              <a:t>stego</a:t>
            </a:r>
            <a:r>
              <a:rPr lang="en-US" sz="1800" dirty="0"/>
              <a:t> images through the decoder for secret recovery and optimize a joint loss function consisting of Pixel Loss (MSE), Perceptual Loss (LPIPS), Adversarial Loss, and Message Reconstruction Loss.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77724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E4DDB-3C41-4C75-D49E-0D5C0F06C5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C82D3-725A-22E6-888E-5F04CD94302E}"/>
              </a:ext>
            </a:extLst>
          </p:cNvPr>
          <p:cNvSpPr>
            <a:spLocks noGrp="1"/>
          </p:cNvSpPr>
          <p:nvPr>
            <p:ph type="title"/>
          </p:nvPr>
        </p:nvSpPr>
        <p:spPr/>
        <p:txBody>
          <a:bodyPr/>
          <a:lstStyle/>
          <a:p>
            <a:r>
              <a:rPr lang="en-IN" dirty="0"/>
              <a:t>Proposed Methodology</a:t>
            </a:r>
          </a:p>
        </p:txBody>
      </p:sp>
      <p:sp>
        <p:nvSpPr>
          <p:cNvPr id="5" name="Rectangle 2">
            <a:extLst>
              <a:ext uri="{FF2B5EF4-FFF2-40B4-BE49-F238E27FC236}">
                <a16:creationId xmlns:a16="http://schemas.microsoft.com/office/drawing/2014/main" id="{B6C52009-1565-35A6-7D34-C26C4FEF6450}"/>
              </a:ext>
            </a:extLst>
          </p:cNvPr>
          <p:cNvSpPr>
            <a:spLocks noGrp="1" noChangeArrowheads="1"/>
          </p:cNvSpPr>
          <p:nvPr>
            <p:ph idx="1"/>
          </p:nvPr>
        </p:nvSpPr>
        <p:spPr bwMode="auto">
          <a:xfrm>
            <a:off x="838200" y="2154640"/>
            <a:ext cx="1021498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8" name="Table 7">
            <a:extLst>
              <a:ext uri="{FF2B5EF4-FFF2-40B4-BE49-F238E27FC236}">
                <a16:creationId xmlns:a16="http://schemas.microsoft.com/office/drawing/2014/main" id="{7A4B9E9B-C761-56A4-47B7-3C4AA3BBDBE3}"/>
              </a:ext>
            </a:extLst>
          </p:cNvPr>
          <p:cNvGraphicFramePr>
            <a:graphicFrameLocks noGrp="1"/>
          </p:cNvGraphicFramePr>
          <p:nvPr>
            <p:extLst>
              <p:ext uri="{D42A27DB-BD31-4B8C-83A1-F6EECF244321}">
                <p14:modId xmlns:p14="http://schemas.microsoft.com/office/powerpoint/2010/main" val="696491677"/>
              </p:ext>
            </p:extLst>
          </p:nvPr>
        </p:nvGraphicFramePr>
        <p:xfrm>
          <a:off x="1296926" y="1270819"/>
          <a:ext cx="9675873" cy="4316361"/>
        </p:xfrm>
        <a:graphic>
          <a:graphicData uri="http://schemas.openxmlformats.org/drawingml/2006/table">
            <a:tbl>
              <a:tblPr/>
              <a:tblGrid>
                <a:gridCol w="3225291">
                  <a:extLst>
                    <a:ext uri="{9D8B030D-6E8A-4147-A177-3AD203B41FA5}">
                      <a16:colId xmlns:a16="http://schemas.microsoft.com/office/drawing/2014/main" val="813717397"/>
                    </a:ext>
                  </a:extLst>
                </a:gridCol>
                <a:gridCol w="3225291">
                  <a:extLst>
                    <a:ext uri="{9D8B030D-6E8A-4147-A177-3AD203B41FA5}">
                      <a16:colId xmlns:a16="http://schemas.microsoft.com/office/drawing/2014/main" val="2845085026"/>
                    </a:ext>
                  </a:extLst>
                </a:gridCol>
                <a:gridCol w="3225291">
                  <a:extLst>
                    <a:ext uri="{9D8B030D-6E8A-4147-A177-3AD203B41FA5}">
                      <a16:colId xmlns:a16="http://schemas.microsoft.com/office/drawing/2014/main" val="3440025860"/>
                    </a:ext>
                  </a:extLst>
                </a:gridCol>
              </a:tblGrid>
              <a:tr h="836845">
                <a:tc>
                  <a:txBody>
                    <a:bodyPr/>
                    <a:lstStyle/>
                    <a:p>
                      <a:pPr>
                        <a:buNone/>
                      </a:pPr>
                      <a:r>
                        <a:rPr lang="en-IN" b="1" dirty="0"/>
                        <a:t>Feature</a:t>
                      </a:r>
                    </a:p>
                  </a:txBody>
                  <a:tcPr anchor="ctr">
                    <a:lnL>
                      <a:noFill/>
                    </a:lnL>
                    <a:lnR>
                      <a:noFill/>
                    </a:lnR>
                    <a:lnT>
                      <a:noFill/>
                    </a:lnT>
                    <a:lnB>
                      <a:noFill/>
                    </a:lnB>
                    <a:noFill/>
                  </a:tcPr>
                </a:tc>
                <a:tc>
                  <a:txBody>
                    <a:bodyPr/>
                    <a:lstStyle/>
                    <a:p>
                      <a:pPr>
                        <a:buNone/>
                      </a:pPr>
                      <a:r>
                        <a:rPr lang="en-IN" b="1" dirty="0"/>
                        <a:t>Vision Transformer (</a:t>
                      </a:r>
                      <a:r>
                        <a:rPr lang="en-IN" b="1" dirty="0" err="1"/>
                        <a:t>ViT</a:t>
                      </a:r>
                      <a:r>
                        <a:rPr lang="en-IN" b="1" dirty="0"/>
                        <a:t>)</a:t>
                      </a:r>
                    </a:p>
                  </a:txBody>
                  <a:tcPr anchor="ctr">
                    <a:lnL>
                      <a:noFill/>
                    </a:lnL>
                    <a:lnR>
                      <a:noFill/>
                    </a:lnR>
                    <a:lnT>
                      <a:noFill/>
                    </a:lnT>
                    <a:lnB>
                      <a:noFill/>
                    </a:lnB>
                    <a:noFill/>
                  </a:tcPr>
                </a:tc>
                <a:tc>
                  <a:txBody>
                    <a:bodyPr/>
                    <a:lstStyle/>
                    <a:p>
                      <a:pPr>
                        <a:buNone/>
                      </a:pPr>
                      <a:r>
                        <a:rPr lang="en-IN" b="1"/>
                        <a:t>Swin Transformer (Proposed)</a:t>
                      </a:r>
                      <a:endParaRPr lang="en-IN"/>
                    </a:p>
                  </a:txBody>
                  <a:tcPr anchor="ctr">
                    <a:lnL>
                      <a:noFill/>
                    </a:lnL>
                    <a:lnR>
                      <a:noFill/>
                    </a:lnR>
                    <a:lnT>
                      <a:noFill/>
                    </a:lnT>
                    <a:lnB>
                      <a:noFill/>
                    </a:lnB>
                    <a:noFill/>
                  </a:tcPr>
                </a:tc>
                <a:extLst>
                  <a:ext uri="{0D108BD9-81ED-4DB2-BD59-A6C34878D82A}">
                    <a16:rowId xmlns:a16="http://schemas.microsoft.com/office/drawing/2014/main" val="841222380"/>
                  </a:ext>
                </a:extLst>
              </a:tr>
              <a:tr h="968979">
                <a:tc>
                  <a:txBody>
                    <a:bodyPr/>
                    <a:lstStyle/>
                    <a:p>
                      <a:pPr>
                        <a:buNone/>
                      </a:pPr>
                      <a:r>
                        <a:rPr lang="en-IN" b="1"/>
                        <a:t>Attention</a:t>
                      </a:r>
                      <a:endParaRPr lang="en-IN"/>
                    </a:p>
                  </a:txBody>
                  <a:tcPr anchor="ctr">
                    <a:lnL>
                      <a:noFill/>
                    </a:lnL>
                    <a:lnR>
                      <a:noFill/>
                    </a:lnR>
                    <a:lnT>
                      <a:noFill/>
                    </a:lnT>
                    <a:lnB>
                      <a:noFill/>
                    </a:lnB>
                    <a:noFill/>
                  </a:tcPr>
                </a:tc>
                <a:tc>
                  <a:txBody>
                    <a:bodyPr/>
                    <a:lstStyle/>
                    <a:p>
                      <a:pPr>
                        <a:buNone/>
                      </a:pPr>
                      <a:r>
                        <a:rPr lang="en-US" dirty="0"/>
                        <a:t>Global (all patches at once)</a:t>
                      </a:r>
                    </a:p>
                  </a:txBody>
                  <a:tcPr anchor="ctr">
                    <a:lnL>
                      <a:noFill/>
                    </a:lnL>
                    <a:lnR>
                      <a:noFill/>
                    </a:lnR>
                    <a:lnT>
                      <a:noFill/>
                    </a:lnT>
                    <a:lnB>
                      <a:noFill/>
                    </a:lnB>
                    <a:noFill/>
                  </a:tcPr>
                </a:tc>
                <a:tc>
                  <a:txBody>
                    <a:bodyPr/>
                    <a:lstStyle/>
                    <a:p>
                      <a:pPr>
                        <a:buNone/>
                      </a:pPr>
                      <a:r>
                        <a:rPr lang="en-IN"/>
                        <a:t>Local (within shifted windows)   </a:t>
                      </a:r>
                    </a:p>
                  </a:txBody>
                  <a:tcPr anchor="ctr">
                    <a:lnL>
                      <a:noFill/>
                    </a:lnL>
                    <a:lnR>
                      <a:noFill/>
                    </a:lnR>
                    <a:lnT>
                      <a:noFill/>
                    </a:lnT>
                    <a:lnB>
                      <a:noFill/>
                    </a:lnB>
                    <a:noFill/>
                  </a:tcPr>
                </a:tc>
                <a:extLst>
                  <a:ext uri="{0D108BD9-81ED-4DB2-BD59-A6C34878D82A}">
                    <a16:rowId xmlns:a16="http://schemas.microsoft.com/office/drawing/2014/main" val="3866887341"/>
                  </a:ext>
                </a:extLst>
              </a:tr>
              <a:tr h="572579">
                <a:tc>
                  <a:txBody>
                    <a:bodyPr/>
                    <a:lstStyle/>
                    <a:p>
                      <a:pPr>
                        <a:buNone/>
                      </a:pPr>
                      <a:r>
                        <a:rPr lang="en-IN" b="1"/>
                        <a:t>Complexity</a:t>
                      </a:r>
                      <a:endParaRPr lang="en-IN"/>
                    </a:p>
                  </a:txBody>
                  <a:tcPr anchor="ctr">
                    <a:lnL>
                      <a:noFill/>
                    </a:lnL>
                    <a:lnR>
                      <a:noFill/>
                    </a:lnR>
                    <a:lnT>
                      <a:noFill/>
                    </a:lnT>
                    <a:lnB>
                      <a:noFill/>
                    </a:lnB>
                    <a:noFill/>
                  </a:tcPr>
                </a:tc>
                <a:tc>
                  <a:txBody>
                    <a:bodyPr/>
                    <a:lstStyle/>
                    <a:p>
                      <a:pPr>
                        <a:buNone/>
                      </a:pPr>
                      <a:r>
                        <a:rPr lang="en-IN" b="1"/>
                        <a:t>Quadratic (</a:t>
                      </a:r>
                      <a:r>
                        <a:rPr lang="en-IN" b="1">
                          <a:effectLst/>
                        </a:rPr>
                        <a:t>O</a:t>
                      </a:r>
                      <a:r>
                        <a:rPr lang="en-IN" b="1"/>
                        <a:t>(</a:t>
                      </a:r>
                      <a:r>
                        <a:rPr lang="en-IN" b="1">
                          <a:effectLst/>
                        </a:rPr>
                        <a:t>N2</a:t>
                      </a:r>
                      <a:r>
                        <a:rPr lang="en-IN" b="1"/>
                        <a:t>))</a:t>
                      </a:r>
                      <a:r>
                        <a:rPr lang="en-IN"/>
                        <a:t>   </a:t>
                      </a:r>
                    </a:p>
                  </a:txBody>
                  <a:tcPr anchor="ctr">
                    <a:lnL>
                      <a:noFill/>
                    </a:lnL>
                    <a:lnR>
                      <a:noFill/>
                    </a:lnR>
                    <a:lnT>
                      <a:noFill/>
                    </a:lnT>
                    <a:lnB>
                      <a:noFill/>
                    </a:lnB>
                    <a:noFill/>
                  </a:tcPr>
                </a:tc>
                <a:tc>
                  <a:txBody>
                    <a:bodyPr/>
                    <a:lstStyle/>
                    <a:p>
                      <a:pPr>
                        <a:buNone/>
                      </a:pPr>
                      <a:r>
                        <a:rPr lang="en-IN" b="1"/>
                        <a:t>Linear (</a:t>
                      </a:r>
                      <a:r>
                        <a:rPr lang="en-IN" b="1">
                          <a:effectLst/>
                        </a:rPr>
                        <a:t>O</a:t>
                      </a:r>
                      <a:r>
                        <a:rPr lang="en-IN" b="1"/>
                        <a:t>(</a:t>
                      </a:r>
                      <a:r>
                        <a:rPr lang="en-IN" b="1">
                          <a:effectLst/>
                        </a:rPr>
                        <a:t>N</a:t>
                      </a:r>
                      <a:r>
                        <a:rPr lang="en-IN" b="1"/>
                        <a:t>))</a:t>
                      </a:r>
                      <a:r>
                        <a:rPr lang="en-IN"/>
                        <a:t>   </a:t>
                      </a:r>
                    </a:p>
                  </a:txBody>
                  <a:tcPr anchor="ctr">
                    <a:lnL>
                      <a:noFill/>
                    </a:lnL>
                    <a:lnR>
                      <a:noFill/>
                    </a:lnR>
                    <a:lnT>
                      <a:noFill/>
                    </a:lnT>
                    <a:lnB>
                      <a:noFill/>
                    </a:lnB>
                    <a:noFill/>
                  </a:tcPr>
                </a:tc>
                <a:extLst>
                  <a:ext uri="{0D108BD9-81ED-4DB2-BD59-A6C34878D82A}">
                    <a16:rowId xmlns:a16="http://schemas.microsoft.com/office/drawing/2014/main" val="1866672220"/>
                  </a:ext>
                </a:extLst>
              </a:tr>
              <a:tr h="968979">
                <a:tc>
                  <a:txBody>
                    <a:bodyPr/>
                    <a:lstStyle/>
                    <a:p>
                      <a:pPr>
                        <a:buNone/>
                      </a:pPr>
                      <a:r>
                        <a:rPr lang="en-IN" b="1"/>
                        <a:t>Structure</a:t>
                      </a:r>
                      <a:endParaRPr lang="en-IN"/>
                    </a:p>
                  </a:txBody>
                  <a:tcPr anchor="ctr">
                    <a:lnL>
                      <a:noFill/>
                    </a:lnL>
                    <a:lnR>
                      <a:noFill/>
                    </a:lnR>
                    <a:lnT>
                      <a:noFill/>
                    </a:lnT>
                    <a:lnB>
                      <a:noFill/>
                    </a:lnB>
                    <a:noFill/>
                  </a:tcPr>
                </a:tc>
                <a:tc>
                  <a:txBody>
                    <a:bodyPr/>
                    <a:lstStyle/>
                    <a:p>
                      <a:pPr>
                        <a:buNone/>
                      </a:pPr>
                      <a:r>
                        <a:rPr lang="en-IN"/>
                        <a:t>Monolithic, single-scale</a:t>
                      </a:r>
                    </a:p>
                  </a:txBody>
                  <a:tcPr anchor="ctr">
                    <a:lnL>
                      <a:noFill/>
                    </a:lnL>
                    <a:lnR>
                      <a:noFill/>
                    </a:lnR>
                    <a:lnT>
                      <a:noFill/>
                    </a:lnT>
                    <a:lnB>
                      <a:noFill/>
                    </a:lnB>
                    <a:noFill/>
                  </a:tcPr>
                </a:tc>
                <a:tc>
                  <a:txBody>
                    <a:bodyPr/>
                    <a:lstStyle/>
                    <a:p>
                      <a:pPr>
                        <a:buNone/>
                      </a:pPr>
                      <a:r>
                        <a:rPr lang="en-IN"/>
                        <a:t>Hierarchical, multi-scale   </a:t>
                      </a:r>
                    </a:p>
                  </a:txBody>
                  <a:tcPr anchor="ctr">
                    <a:lnL>
                      <a:noFill/>
                    </a:lnL>
                    <a:lnR>
                      <a:noFill/>
                    </a:lnR>
                    <a:lnT>
                      <a:noFill/>
                    </a:lnT>
                    <a:lnB>
                      <a:noFill/>
                    </a:lnB>
                    <a:noFill/>
                  </a:tcPr>
                </a:tc>
                <a:extLst>
                  <a:ext uri="{0D108BD9-81ED-4DB2-BD59-A6C34878D82A}">
                    <a16:rowId xmlns:a16="http://schemas.microsoft.com/office/drawing/2014/main" val="3415264429"/>
                  </a:ext>
                </a:extLst>
              </a:tr>
              <a:tr h="968979">
                <a:tc>
                  <a:txBody>
                    <a:bodyPr/>
                    <a:lstStyle/>
                    <a:p>
                      <a:pPr>
                        <a:buNone/>
                      </a:pPr>
                      <a:r>
                        <a:rPr lang="en-IN" b="1"/>
                        <a:t>Efficiency</a:t>
                      </a:r>
                      <a:endParaRPr lang="en-IN"/>
                    </a:p>
                  </a:txBody>
                  <a:tcPr anchor="ctr">
                    <a:lnL>
                      <a:noFill/>
                    </a:lnL>
                    <a:lnR>
                      <a:noFill/>
                    </a:lnR>
                    <a:lnT>
                      <a:noFill/>
                    </a:lnT>
                    <a:lnB>
                      <a:noFill/>
                    </a:lnB>
                    <a:noFill/>
                  </a:tcPr>
                </a:tc>
                <a:tc>
                  <a:txBody>
                    <a:bodyPr/>
                    <a:lstStyle/>
                    <a:p>
                      <a:pPr>
                        <a:buNone/>
                      </a:pPr>
                      <a:r>
                        <a:rPr lang="en-IN"/>
                        <a:t>Impractical for high-res images</a:t>
                      </a:r>
                    </a:p>
                  </a:txBody>
                  <a:tcPr anchor="ctr">
                    <a:lnL>
                      <a:noFill/>
                    </a:lnL>
                    <a:lnR>
                      <a:noFill/>
                    </a:lnR>
                    <a:lnT>
                      <a:noFill/>
                    </a:lnT>
                    <a:lnB>
                      <a:noFill/>
                    </a:lnB>
                    <a:noFill/>
                  </a:tcPr>
                </a:tc>
                <a:tc>
                  <a:txBody>
                    <a:bodyPr/>
                    <a:lstStyle/>
                    <a:p>
                      <a:pPr>
                        <a:buNone/>
                      </a:pPr>
                      <a:r>
                        <a:rPr lang="en-IN" b="1" dirty="0"/>
                        <a:t>Highly efficient and scalable</a:t>
                      </a:r>
                      <a:r>
                        <a:rPr lang="en-IN" dirty="0"/>
                        <a:t>   </a:t>
                      </a:r>
                    </a:p>
                  </a:txBody>
                  <a:tcPr anchor="ctr">
                    <a:lnL>
                      <a:noFill/>
                    </a:lnL>
                    <a:lnR>
                      <a:noFill/>
                    </a:lnR>
                    <a:lnT>
                      <a:noFill/>
                    </a:lnT>
                    <a:lnB>
                      <a:noFill/>
                    </a:lnB>
                    <a:noFill/>
                  </a:tcPr>
                </a:tc>
                <a:extLst>
                  <a:ext uri="{0D108BD9-81ED-4DB2-BD59-A6C34878D82A}">
                    <a16:rowId xmlns:a16="http://schemas.microsoft.com/office/drawing/2014/main" val="3468599986"/>
                  </a:ext>
                </a:extLst>
              </a:tr>
            </a:tbl>
          </a:graphicData>
        </a:graphic>
      </p:graphicFrame>
      <p:sp>
        <p:nvSpPr>
          <p:cNvPr id="9" name="Rectangle 3">
            <a:extLst>
              <a:ext uri="{FF2B5EF4-FFF2-40B4-BE49-F238E27FC236}">
                <a16:creationId xmlns:a16="http://schemas.microsoft.com/office/drawing/2014/main" id="{33F7E806-63ED-A995-7D63-D09BFA2A82F7}"/>
              </a:ext>
            </a:extLst>
          </p:cNvPr>
          <p:cNvSpPr>
            <a:spLocks noChangeArrowheads="1"/>
          </p:cNvSpPr>
          <p:nvPr/>
        </p:nvSpPr>
        <p:spPr bwMode="auto">
          <a:xfrm>
            <a:off x="501445" y="5103674"/>
            <a:ext cx="1124810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Key Takeaway:</a:t>
            </a:r>
            <a:r>
              <a:rPr kumimoji="0" lang="en-US" altLang="en-US" sz="1800" b="0" i="0" u="none" strike="noStrike" cap="none" normalizeH="0" baseline="0" dirty="0">
                <a:ln>
                  <a:noFill/>
                </a:ln>
                <a:solidFill>
                  <a:schemeClr val="tx1"/>
                </a:solidFill>
                <a:effectLst/>
                <a:latin typeface="Arial" panose="020B0604020202020204" pitchFamily="34" charset="0"/>
              </a:rPr>
              <a:t> The shift from quadratic to linear complexity is a game-changer. It makes high-resolution steganography computationally feasible, unlocking higher data capacity and even better imperceptibility.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27206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9FAE-C685-2942-D3D4-216A6AC18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B33A6-B209-82E0-3AC4-ED0F2117C15F}"/>
              </a:ext>
            </a:extLst>
          </p:cNvPr>
          <p:cNvSpPr>
            <a:spLocks noGrp="1"/>
          </p:cNvSpPr>
          <p:nvPr>
            <p:ph type="title"/>
          </p:nvPr>
        </p:nvSpPr>
        <p:spPr/>
        <p:txBody>
          <a:bodyPr/>
          <a:lstStyle/>
          <a:p>
            <a:r>
              <a:rPr lang="en-IN" dirty="0"/>
              <a:t>Results :</a:t>
            </a:r>
          </a:p>
        </p:txBody>
      </p:sp>
      <p:sp>
        <p:nvSpPr>
          <p:cNvPr id="4" name="Rectangle 1">
            <a:extLst>
              <a:ext uri="{FF2B5EF4-FFF2-40B4-BE49-F238E27FC236}">
                <a16:creationId xmlns:a16="http://schemas.microsoft.com/office/drawing/2014/main" id="{098A01C8-6385-B99D-B1BC-91FE0FAC4770}"/>
              </a:ext>
            </a:extLst>
          </p:cNvPr>
          <p:cNvSpPr>
            <a:spLocks noGrp="1" noChangeArrowheads="1"/>
          </p:cNvSpPr>
          <p:nvPr>
            <p:ph idx="1"/>
          </p:nvPr>
        </p:nvSpPr>
        <p:spPr bwMode="auto">
          <a:xfrm>
            <a:off x="838200" y="1555111"/>
            <a:ext cx="9943681"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latin typeface="Arial" panose="020B0604020202020204" pitchFamily="34" charset="0"/>
              </a:rPr>
              <a:t>Improved Imperceptibility: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Swin's superior ability to model multi-scale textures will lead to smarter data placement, resulting in </a:t>
            </a:r>
            <a:r>
              <a:rPr kumimoji="0" lang="en-US" altLang="en-US" sz="1800" b="0" i="0" u="none" strike="noStrike" cap="none" normalizeH="0" baseline="0" dirty="0" err="1">
                <a:ln>
                  <a:noFill/>
                </a:ln>
                <a:solidFill>
                  <a:schemeClr val="tx1"/>
                </a:solidFill>
                <a:effectLst/>
                <a:latin typeface="Arial" panose="020B0604020202020204" pitchFamily="34" charset="0"/>
              </a:rPr>
              <a:t>stego</a:t>
            </a:r>
            <a:r>
              <a:rPr kumimoji="0" lang="en-US" altLang="en-US" sz="1800" b="0" i="0" u="none" strike="noStrike" cap="none" normalizeH="0" baseline="0" dirty="0">
                <a:ln>
                  <a:noFill/>
                </a:ln>
                <a:solidFill>
                  <a:schemeClr val="tx1"/>
                </a:solidFill>
                <a:effectLst/>
                <a:latin typeface="Arial" panose="020B0604020202020204" pitchFamily="34" charset="0"/>
              </a:rPr>
              <a:t> images that are perceptually closer to the original.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We expect better scores on all metrics, especially </a:t>
            </a:r>
            <a:r>
              <a:rPr kumimoji="0" lang="en-US" altLang="en-US" sz="1800" b="1" i="0" u="none" strike="noStrike" cap="none" normalizeH="0" baseline="0" dirty="0">
                <a:ln>
                  <a:noFill/>
                </a:ln>
                <a:solidFill>
                  <a:schemeClr val="tx1"/>
                </a:solidFill>
                <a:effectLst/>
                <a:latin typeface="Arial" panose="020B0604020202020204" pitchFamily="34" charset="0"/>
              </a:rPr>
              <a:t>LPIPS</a:t>
            </a:r>
            <a:r>
              <a:rPr kumimoji="0" lang="en-US" altLang="en-US" sz="1800" b="0" i="0" u="none" strike="noStrike" cap="none" normalizeH="0" baseline="0" dirty="0">
                <a:ln>
                  <a:noFill/>
                </a:ln>
                <a:solidFill>
                  <a:schemeClr val="tx1"/>
                </a:solidFill>
                <a:effectLst/>
                <a:latin typeface="Arial" panose="020B0604020202020204" pitchFamily="34" charset="0"/>
              </a:rPr>
              <a:t>, which measures human-perceived similarity.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Enhanced Robustness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model's hierarchical structure provides inherent resilience to attacks like cropping and rotation, leading to higher message </a:t>
            </a:r>
            <a:r>
              <a:rPr kumimoji="0" lang="en-US" altLang="en-US" sz="1800" b="1" i="0" u="none" strike="noStrike" cap="none" normalizeH="0" baseline="0" dirty="0">
                <a:ln>
                  <a:noFill/>
                </a:ln>
                <a:solidFill>
                  <a:schemeClr val="tx1"/>
                </a:solidFill>
                <a:effectLst/>
                <a:latin typeface="Arial" panose="020B0604020202020204" pitchFamily="34" charset="0"/>
              </a:rPr>
              <a:t>extraction accuracy</a:t>
            </a:r>
            <a:r>
              <a:rPr kumimoji="0" lang="en-US" altLang="en-US" sz="1800" b="0" i="0" u="none" strike="noStrike" cap="none" normalizeH="0" baseline="0" dirty="0">
                <a:ln>
                  <a:noFill/>
                </a:ln>
                <a:solidFill>
                  <a:schemeClr val="tx1"/>
                </a:solidFill>
                <a:effectLst/>
                <a:latin typeface="Arial" panose="020B0604020202020204" pitchFamily="34" charset="0"/>
              </a:rPr>
              <a:t> under duress. </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High-Resolution Capability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primary outcome is a model that can efficiently process large images enabling higher-capacity steganography that was previously impractical.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45671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BA22C-3F88-1902-0423-AE6402D82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64216-0489-DD7C-7A13-6A5F8F17C25B}"/>
              </a:ext>
            </a:extLst>
          </p:cNvPr>
          <p:cNvSpPr>
            <a:spLocks noGrp="1"/>
          </p:cNvSpPr>
          <p:nvPr>
            <p:ph type="title"/>
          </p:nvPr>
        </p:nvSpPr>
        <p:spPr/>
        <p:txBody>
          <a:bodyPr/>
          <a:lstStyle/>
          <a:p>
            <a:r>
              <a:rPr lang="en-IN" dirty="0"/>
              <a:t>Results :</a:t>
            </a:r>
          </a:p>
        </p:txBody>
      </p:sp>
      <p:pic>
        <p:nvPicPr>
          <p:cNvPr id="13" name="Picture 12">
            <a:extLst>
              <a:ext uri="{FF2B5EF4-FFF2-40B4-BE49-F238E27FC236}">
                <a16:creationId xmlns:a16="http://schemas.microsoft.com/office/drawing/2014/main" id="{1C688E20-AE4C-B6A2-EC12-FDA65A5E9C82}"/>
              </a:ext>
            </a:extLst>
          </p:cNvPr>
          <p:cNvPicPr>
            <a:picLocks noChangeAspect="1"/>
          </p:cNvPicPr>
          <p:nvPr/>
        </p:nvPicPr>
        <p:blipFill>
          <a:blip r:embed="rId2"/>
          <a:stretch>
            <a:fillRect/>
          </a:stretch>
        </p:blipFill>
        <p:spPr>
          <a:xfrm>
            <a:off x="5067897" y="556583"/>
            <a:ext cx="6849431" cy="3229426"/>
          </a:xfrm>
          <a:prstGeom prst="rect">
            <a:avLst/>
          </a:prstGeom>
        </p:spPr>
      </p:pic>
      <p:pic>
        <p:nvPicPr>
          <p:cNvPr id="15" name="Picture 14">
            <a:extLst>
              <a:ext uri="{FF2B5EF4-FFF2-40B4-BE49-F238E27FC236}">
                <a16:creationId xmlns:a16="http://schemas.microsoft.com/office/drawing/2014/main" id="{057DC307-62DC-08CC-E657-98B4224A9E65}"/>
              </a:ext>
            </a:extLst>
          </p:cNvPr>
          <p:cNvPicPr>
            <a:picLocks noChangeAspect="1"/>
          </p:cNvPicPr>
          <p:nvPr/>
        </p:nvPicPr>
        <p:blipFill>
          <a:blip r:embed="rId3"/>
          <a:stretch>
            <a:fillRect/>
          </a:stretch>
        </p:blipFill>
        <p:spPr>
          <a:xfrm>
            <a:off x="265471" y="3847680"/>
            <a:ext cx="7230484" cy="3010320"/>
          </a:xfrm>
          <a:prstGeom prst="rect">
            <a:avLst/>
          </a:prstGeom>
        </p:spPr>
      </p:pic>
    </p:spTree>
    <p:extLst>
      <p:ext uri="{BB962C8B-B14F-4D97-AF65-F5344CB8AC3E}">
        <p14:creationId xmlns:p14="http://schemas.microsoft.com/office/powerpoint/2010/main" val="694934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FBB2F-F0B3-FCB7-4EED-356C4D7AD5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EAA13F-C02A-F470-102D-DCC09AB02987}"/>
              </a:ext>
            </a:extLst>
          </p:cNvPr>
          <p:cNvSpPr>
            <a:spLocks noGrp="1"/>
          </p:cNvSpPr>
          <p:nvPr>
            <p:ph type="title"/>
          </p:nvPr>
        </p:nvSpPr>
        <p:spPr/>
        <p:txBody>
          <a:bodyPr/>
          <a:lstStyle/>
          <a:p>
            <a:r>
              <a:rPr lang="en-IN" dirty="0"/>
              <a:t>Results :</a:t>
            </a:r>
          </a:p>
        </p:txBody>
      </p:sp>
      <p:pic>
        <p:nvPicPr>
          <p:cNvPr id="9" name="Picture 8">
            <a:extLst>
              <a:ext uri="{FF2B5EF4-FFF2-40B4-BE49-F238E27FC236}">
                <a16:creationId xmlns:a16="http://schemas.microsoft.com/office/drawing/2014/main" id="{D26461C4-F746-9A83-5748-A6B1D0E72CFA}"/>
              </a:ext>
            </a:extLst>
          </p:cNvPr>
          <p:cNvPicPr>
            <a:picLocks noChangeAspect="1"/>
          </p:cNvPicPr>
          <p:nvPr/>
        </p:nvPicPr>
        <p:blipFill>
          <a:blip r:embed="rId2"/>
          <a:stretch>
            <a:fillRect/>
          </a:stretch>
        </p:blipFill>
        <p:spPr>
          <a:xfrm>
            <a:off x="1270820" y="1283623"/>
            <a:ext cx="8590935" cy="5574377"/>
          </a:xfrm>
          <a:prstGeom prst="rect">
            <a:avLst/>
          </a:prstGeom>
        </p:spPr>
      </p:pic>
    </p:spTree>
    <p:extLst>
      <p:ext uri="{BB962C8B-B14F-4D97-AF65-F5344CB8AC3E}">
        <p14:creationId xmlns:p14="http://schemas.microsoft.com/office/powerpoint/2010/main" val="3080647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dirty="0"/>
              <a:t>References</a:t>
            </a:r>
          </a:p>
        </p:txBody>
      </p:sp>
      <p:sp>
        <p:nvSpPr>
          <p:cNvPr id="4" name="Rectangle 1">
            <a:extLst>
              <a:ext uri="{FF2B5EF4-FFF2-40B4-BE49-F238E27FC236}">
                <a16:creationId xmlns:a16="http://schemas.microsoft.com/office/drawing/2014/main" id="{3F116D3C-E1E1-2D1B-2951-9720F088B15C}"/>
              </a:ext>
            </a:extLst>
          </p:cNvPr>
          <p:cNvSpPr>
            <a:spLocks noGrp="1" noChangeArrowheads="1"/>
          </p:cNvSpPr>
          <p:nvPr>
            <p:ph idx="1"/>
          </p:nvPr>
        </p:nvSpPr>
        <p:spPr bwMode="auto">
          <a:xfrm>
            <a:off x="838200" y="2016136"/>
            <a:ext cx="987334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Xiao, C., Peng, S., Zhang, L., Wang, J., Ding, D., &amp; Zhang, J. (2025). A transformer-based adversarial network framework for steganography. </a:t>
            </a:r>
            <a:r>
              <a:rPr kumimoji="0" lang="en-US" altLang="en-US" sz="1800" b="0" i="1" u="none" strike="noStrike" cap="none" normalizeH="0" baseline="0" dirty="0">
                <a:ln>
                  <a:noFill/>
                </a:ln>
                <a:solidFill>
                  <a:schemeClr val="tx1"/>
                </a:solidFill>
                <a:effectLst/>
                <a:latin typeface="Arial" panose="020B0604020202020204" pitchFamily="34" charset="0"/>
              </a:rPr>
              <a:t>Expert Systems With Applications, 269</a:t>
            </a:r>
            <a:r>
              <a:rPr kumimoji="0" lang="en-US" altLang="en-US" sz="1800" b="0" i="0" u="none" strike="noStrike" cap="none" normalizeH="0" baseline="0" dirty="0">
                <a:ln>
                  <a:noFill/>
                </a:ln>
                <a:solidFill>
                  <a:schemeClr val="tx1"/>
                </a:solidFill>
                <a:effectLst/>
                <a:latin typeface="Arial" panose="020B0604020202020204" pitchFamily="34" charset="0"/>
              </a:rPr>
              <a:t>, 126391.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Liu, Z., Lin, Y., Cao, Y., Hu, H., Wei, Y., Zhang, Z., Lin, S., &amp; Guo, B. (2021). Swin Transformer: Hierarchical Vision Transformer using Shifted Windows. </a:t>
            </a:r>
            <a:r>
              <a:rPr kumimoji="0" lang="en-US" altLang="en-US" sz="1800" b="0" i="1" u="none" strike="noStrike" cap="none" normalizeH="0" baseline="0" dirty="0" err="1">
                <a:ln>
                  <a:noFill/>
                </a:ln>
                <a:solidFill>
                  <a:schemeClr val="tx1"/>
                </a:solidFill>
                <a:effectLst/>
                <a:latin typeface="Arial" panose="020B0604020202020204" pitchFamily="34" charset="0"/>
              </a:rPr>
              <a:t>arXiv</a:t>
            </a:r>
            <a:r>
              <a:rPr kumimoji="0" lang="en-US" altLang="en-US" sz="1800" b="0" i="1" u="none" strike="noStrike" cap="none" normalizeH="0" baseline="0" dirty="0">
                <a:ln>
                  <a:noFill/>
                </a:ln>
                <a:solidFill>
                  <a:schemeClr val="tx1"/>
                </a:solidFill>
                <a:effectLst/>
                <a:latin typeface="Arial" panose="020B0604020202020204" pitchFamily="34" charset="0"/>
              </a:rPr>
              <a:t> preprint arXiv:2103.14030</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Dosovitskiy</a:t>
            </a:r>
            <a:r>
              <a:rPr kumimoji="0" lang="en-US" altLang="en-US" sz="1800" b="0" i="0" u="none" strike="noStrike" cap="none" normalizeH="0" baseline="0" dirty="0">
                <a:ln>
                  <a:noFill/>
                </a:ln>
                <a:solidFill>
                  <a:schemeClr val="tx1"/>
                </a:solidFill>
                <a:effectLst/>
                <a:latin typeface="Arial" panose="020B0604020202020204" pitchFamily="34" charset="0"/>
              </a:rPr>
              <a:t>, A., Beyer, L., Kolesnikov, A., Weissenborn, D., Zhai, X., </a:t>
            </a:r>
            <a:r>
              <a:rPr kumimoji="0" lang="en-US" altLang="en-US" sz="1800" b="0" i="0" u="none" strike="noStrike" cap="none" normalizeH="0" baseline="0" dirty="0" err="1">
                <a:ln>
                  <a:noFill/>
                </a:ln>
                <a:solidFill>
                  <a:schemeClr val="tx1"/>
                </a:solidFill>
                <a:effectLst/>
                <a:latin typeface="Arial" panose="020B0604020202020204" pitchFamily="34" charset="0"/>
              </a:rPr>
              <a:t>Unterthiner</a:t>
            </a:r>
            <a:r>
              <a:rPr kumimoji="0" lang="en-US" altLang="en-US" sz="1800" b="0" i="0" u="none" strike="noStrike" cap="none" normalizeH="0" baseline="0" dirty="0">
                <a:ln>
                  <a:noFill/>
                </a:ln>
                <a:solidFill>
                  <a:schemeClr val="tx1"/>
                </a:solidFill>
                <a:effectLst/>
                <a:latin typeface="Arial" panose="020B0604020202020204" pitchFamily="34" charset="0"/>
              </a:rPr>
              <a:t>, T., Dehghani, M., </a:t>
            </a:r>
            <a:r>
              <a:rPr kumimoji="0" lang="en-US" altLang="en-US" sz="1800" b="0" i="0" u="none" strike="noStrike" cap="none" normalizeH="0" baseline="0" dirty="0" err="1">
                <a:ln>
                  <a:noFill/>
                </a:ln>
                <a:solidFill>
                  <a:schemeClr val="tx1"/>
                </a:solidFill>
                <a:effectLst/>
                <a:latin typeface="Arial" panose="020B0604020202020204" pitchFamily="34" charset="0"/>
              </a:rPr>
              <a:t>Minderer</a:t>
            </a:r>
            <a:r>
              <a:rPr kumimoji="0" lang="en-US" altLang="en-US" sz="1800" b="0" i="0" u="none" strike="noStrike" cap="none" normalizeH="0" baseline="0" dirty="0">
                <a:ln>
                  <a:noFill/>
                </a:ln>
                <a:solidFill>
                  <a:schemeClr val="tx1"/>
                </a:solidFill>
                <a:effectLst/>
                <a:latin typeface="Arial" panose="020B0604020202020204" pitchFamily="34" charset="0"/>
              </a:rPr>
              <a:t>, M., </a:t>
            </a:r>
            <a:r>
              <a:rPr kumimoji="0" lang="en-US" altLang="en-US" sz="1800" b="0" i="0" u="none" strike="noStrike" cap="none" normalizeH="0" baseline="0" dirty="0" err="1">
                <a:ln>
                  <a:noFill/>
                </a:ln>
                <a:solidFill>
                  <a:schemeClr val="tx1"/>
                </a:solidFill>
                <a:effectLst/>
                <a:latin typeface="Arial" panose="020B0604020202020204" pitchFamily="34" charset="0"/>
              </a:rPr>
              <a:t>Heigold</a:t>
            </a:r>
            <a:r>
              <a:rPr kumimoji="0" lang="en-US" altLang="en-US" sz="1800" b="0" i="0" u="none" strike="noStrike" cap="none" normalizeH="0" baseline="0" dirty="0">
                <a:ln>
                  <a:noFill/>
                </a:ln>
                <a:solidFill>
                  <a:schemeClr val="tx1"/>
                </a:solidFill>
                <a:effectLst/>
                <a:latin typeface="Arial" panose="020B0604020202020204" pitchFamily="34" charset="0"/>
              </a:rPr>
              <a:t>, G., Gelly, S., </a:t>
            </a:r>
            <a:r>
              <a:rPr kumimoji="0" lang="en-US" altLang="en-US" sz="1800" b="0" i="0" u="none" strike="noStrike" cap="none" normalizeH="0" baseline="0" dirty="0" err="1">
                <a:ln>
                  <a:noFill/>
                </a:ln>
                <a:solidFill>
                  <a:schemeClr val="tx1"/>
                </a:solidFill>
                <a:effectLst/>
                <a:latin typeface="Arial" panose="020B0604020202020204" pitchFamily="34" charset="0"/>
              </a:rPr>
              <a:t>Uszkoreit</a:t>
            </a:r>
            <a:r>
              <a:rPr kumimoji="0" lang="en-US" altLang="en-US" sz="1800" b="0" i="0" u="none" strike="noStrike" cap="none" normalizeH="0" baseline="0" dirty="0">
                <a:ln>
                  <a:noFill/>
                </a:ln>
                <a:solidFill>
                  <a:schemeClr val="tx1"/>
                </a:solidFill>
                <a:effectLst/>
                <a:latin typeface="Arial" panose="020B0604020202020204" pitchFamily="34" charset="0"/>
              </a:rPr>
              <a:t>, J., &amp; </a:t>
            </a:r>
            <a:r>
              <a:rPr kumimoji="0" lang="en-US" altLang="en-US" sz="1800" b="0" i="0" u="none" strike="noStrike" cap="none" normalizeH="0" baseline="0" dirty="0" err="1">
                <a:ln>
                  <a:noFill/>
                </a:ln>
                <a:solidFill>
                  <a:schemeClr val="tx1"/>
                </a:solidFill>
                <a:effectLst/>
                <a:latin typeface="Arial" panose="020B0604020202020204" pitchFamily="34" charset="0"/>
              </a:rPr>
              <a:t>Houlsby</a:t>
            </a:r>
            <a:r>
              <a:rPr kumimoji="0" lang="en-US" altLang="en-US" sz="1800" b="0" i="0" u="none" strike="noStrike" cap="none" normalizeH="0" baseline="0" dirty="0">
                <a:ln>
                  <a:noFill/>
                </a:ln>
                <a:solidFill>
                  <a:schemeClr val="tx1"/>
                </a:solidFill>
                <a:effectLst/>
                <a:latin typeface="Arial" panose="020B0604020202020204" pitchFamily="34" charset="0"/>
              </a:rPr>
              <a:t>, N. (2020). An image is worth 16x16 words: Transformers for image recognition at scale. </a:t>
            </a:r>
            <a:r>
              <a:rPr kumimoji="0" lang="en-US" altLang="en-US" sz="1800" b="0" i="1" u="none" strike="noStrike" cap="none" normalizeH="0" baseline="0" dirty="0" err="1">
                <a:ln>
                  <a:noFill/>
                </a:ln>
                <a:solidFill>
                  <a:schemeClr val="tx1"/>
                </a:solidFill>
                <a:effectLst/>
                <a:latin typeface="Arial" panose="020B0604020202020204" pitchFamily="34" charset="0"/>
              </a:rPr>
              <a:t>arXiv</a:t>
            </a:r>
            <a:r>
              <a:rPr kumimoji="0" lang="en-US" altLang="en-US" sz="1800" b="0" i="1" u="none" strike="noStrike" cap="none" normalizeH="0" baseline="0" dirty="0">
                <a:ln>
                  <a:noFill/>
                </a:ln>
                <a:solidFill>
                  <a:schemeClr val="tx1"/>
                </a:solidFill>
                <a:effectLst/>
                <a:latin typeface="Arial" panose="020B0604020202020204" pitchFamily="34" charset="0"/>
              </a:rPr>
              <a:t> preprint arXiv:2010.11929</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Vaswani, A., </a:t>
            </a:r>
            <a:r>
              <a:rPr kumimoji="0" lang="en-US" altLang="en-US" sz="1800" b="0" i="0" u="none" strike="noStrike" cap="none" normalizeH="0" baseline="0" dirty="0" err="1">
                <a:ln>
                  <a:noFill/>
                </a:ln>
                <a:solidFill>
                  <a:schemeClr val="tx1"/>
                </a:solidFill>
                <a:effectLst/>
                <a:latin typeface="Arial" panose="020B0604020202020204" pitchFamily="34" charset="0"/>
              </a:rPr>
              <a:t>Shazeer</a:t>
            </a:r>
            <a:r>
              <a:rPr kumimoji="0" lang="en-US" altLang="en-US" sz="1800" b="0" i="0" u="none" strike="noStrike" cap="none" normalizeH="0" baseline="0" dirty="0">
                <a:ln>
                  <a:noFill/>
                </a:ln>
                <a:solidFill>
                  <a:schemeClr val="tx1"/>
                </a:solidFill>
                <a:effectLst/>
                <a:latin typeface="Arial" panose="020B0604020202020204" pitchFamily="34" charset="0"/>
              </a:rPr>
              <a:t>, N., Parmar, N., </a:t>
            </a:r>
            <a:r>
              <a:rPr kumimoji="0" lang="en-US" altLang="en-US" sz="1800" b="0" i="0" u="none" strike="noStrike" cap="none" normalizeH="0" baseline="0" dirty="0" err="1">
                <a:ln>
                  <a:noFill/>
                </a:ln>
                <a:solidFill>
                  <a:schemeClr val="tx1"/>
                </a:solidFill>
                <a:effectLst/>
                <a:latin typeface="Arial" panose="020B0604020202020204" pitchFamily="34" charset="0"/>
              </a:rPr>
              <a:t>Uszkoreit</a:t>
            </a:r>
            <a:r>
              <a:rPr kumimoji="0" lang="en-US" altLang="en-US" sz="1800" b="0" i="0" u="none" strike="noStrike" cap="none" normalizeH="0" baseline="0" dirty="0">
                <a:ln>
                  <a:noFill/>
                </a:ln>
                <a:solidFill>
                  <a:schemeClr val="tx1"/>
                </a:solidFill>
                <a:effectLst/>
                <a:latin typeface="Arial" panose="020B0604020202020204" pitchFamily="34" charset="0"/>
              </a:rPr>
              <a:t>, J., Jones, L., Gomez, A. N., Kaiser, L., &amp; </a:t>
            </a:r>
            <a:r>
              <a:rPr kumimoji="0" lang="en-US" altLang="en-US" sz="1800" b="0" i="0" u="none" strike="noStrike" cap="none" normalizeH="0" baseline="0" dirty="0" err="1">
                <a:ln>
                  <a:noFill/>
                </a:ln>
                <a:solidFill>
                  <a:schemeClr val="tx1"/>
                </a:solidFill>
                <a:effectLst/>
                <a:latin typeface="Arial" panose="020B0604020202020204" pitchFamily="34" charset="0"/>
              </a:rPr>
              <a:t>Polosukhin</a:t>
            </a:r>
            <a:r>
              <a:rPr kumimoji="0" lang="en-US" altLang="en-US" sz="1800" b="0" i="0" u="none" strike="noStrike" cap="none" normalizeH="0" baseline="0" dirty="0">
                <a:ln>
                  <a:noFill/>
                </a:ln>
                <a:solidFill>
                  <a:schemeClr val="tx1"/>
                </a:solidFill>
                <a:effectLst/>
                <a:latin typeface="Arial" panose="020B0604020202020204" pitchFamily="34" charset="0"/>
              </a:rPr>
              <a:t>, I. (2017). Attention is all you need. </a:t>
            </a:r>
            <a:r>
              <a:rPr kumimoji="0" lang="en-US" altLang="en-US" sz="1800" b="0" i="1" u="none" strike="noStrike" cap="none" normalizeH="0" baseline="0" dirty="0">
                <a:ln>
                  <a:noFill/>
                </a:ln>
                <a:solidFill>
                  <a:schemeClr val="tx1"/>
                </a:solidFill>
                <a:effectLst/>
                <a:latin typeface="Arial" panose="020B0604020202020204" pitchFamily="34" charset="0"/>
              </a:rPr>
              <a:t>Advances in Neural Information Processing Systems, 30</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724917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lstStyle/>
          <a:p>
            <a:r>
              <a:rPr lang="en-IN" dirty="0"/>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TotalTime>
  <Words>1101</Words>
  <Application>Microsoft Office PowerPoint</Application>
  <PresentationFormat>Widescreen</PresentationFormat>
  <Paragraphs>110</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Wingdings</vt:lpstr>
      <vt:lpstr>Office Theme</vt:lpstr>
      <vt:lpstr>Image Steganography</vt:lpstr>
      <vt:lpstr>Outline</vt:lpstr>
      <vt:lpstr>Introduction</vt:lpstr>
      <vt:lpstr>Literature Review</vt:lpstr>
      <vt:lpstr>Literature Review</vt:lpstr>
      <vt:lpstr>Problem Statement</vt:lpstr>
      <vt:lpstr>Objectives</vt:lpstr>
      <vt:lpstr>Proposed Methodology</vt:lpstr>
      <vt:lpstr>Proposed Methodology</vt:lpstr>
      <vt:lpstr>Results :</vt:lpstr>
      <vt:lpstr>Results :</vt:lpstr>
      <vt:lpstr>Results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Arjun Arora</cp:lastModifiedBy>
  <cp:revision>7</cp:revision>
  <dcterms:created xsi:type="dcterms:W3CDTF">2025-09-29T05:03:41Z</dcterms:created>
  <dcterms:modified xsi:type="dcterms:W3CDTF">2026-02-17T17:39:53Z</dcterms:modified>
</cp:coreProperties>
</file>